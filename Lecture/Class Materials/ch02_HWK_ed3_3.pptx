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63" r:id="rId1"/>
  </p:sldMasterIdLst>
  <p:notesMasterIdLst>
    <p:notesMasterId r:id="rId80"/>
  </p:notesMasterIdLst>
  <p:handoutMasterIdLst>
    <p:handoutMasterId r:id="rId81"/>
  </p:handoutMasterIdLst>
  <p:sldIdLst>
    <p:sldId id="395" r:id="rId2"/>
    <p:sldId id="295" r:id="rId3"/>
    <p:sldId id="301" r:id="rId4"/>
    <p:sldId id="333" r:id="rId5"/>
    <p:sldId id="303" r:id="rId6"/>
    <p:sldId id="334" r:id="rId7"/>
    <p:sldId id="371" r:id="rId8"/>
    <p:sldId id="376" r:id="rId9"/>
    <p:sldId id="377" r:id="rId10"/>
    <p:sldId id="378" r:id="rId11"/>
    <p:sldId id="306" r:id="rId12"/>
    <p:sldId id="307" r:id="rId13"/>
    <p:sldId id="375" r:id="rId14"/>
    <p:sldId id="328" r:id="rId15"/>
    <p:sldId id="308" r:id="rId16"/>
    <p:sldId id="329" r:id="rId17"/>
    <p:sldId id="330" r:id="rId18"/>
    <p:sldId id="331" r:id="rId19"/>
    <p:sldId id="379" r:id="rId20"/>
    <p:sldId id="335" r:id="rId21"/>
    <p:sldId id="380" r:id="rId22"/>
    <p:sldId id="381" r:id="rId23"/>
    <p:sldId id="400" r:id="rId24"/>
    <p:sldId id="337" r:id="rId25"/>
    <p:sldId id="407" r:id="rId26"/>
    <p:sldId id="347" r:id="rId27"/>
    <p:sldId id="345" r:id="rId28"/>
    <p:sldId id="344" r:id="rId29"/>
    <p:sldId id="332" r:id="rId30"/>
    <p:sldId id="387" r:id="rId31"/>
    <p:sldId id="382" r:id="rId32"/>
    <p:sldId id="351" r:id="rId33"/>
    <p:sldId id="384" r:id="rId34"/>
    <p:sldId id="399" r:id="rId35"/>
    <p:sldId id="385" r:id="rId36"/>
    <p:sldId id="396" r:id="rId37"/>
    <p:sldId id="397" r:id="rId38"/>
    <p:sldId id="398" r:id="rId39"/>
    <p:sldId id="392" r:id="rId40"/>
    <p:sldId id="393" r:id="rId41"/>
    <p:sldId id="386" r:id="rId42"/>
    <p:sldId id="368" r:id="rId43"/>
    <p:sldId id="369" r:id="rId44"/>
    <p:sldId id="402" r:id="rId45"/>
    <p:sldId id="403" r:id="rId46"/>
    <p:sldId id="404" r:id="rId47"/>
    <p:sldId id="405" r:id="rId48"/>
    <p:sldId id="406" r:id="rId49"/>
    <p:sldId id="370" r:id="rId50"/>
    <p:sldId id="350" r:id="rId51"/>
    <p:sldId id="372" r:id="rId52"/>
    <p:sldId id="356" r:id="rId53"/>
    <p:sldId id="373" r:id="rId54"/>
    <p:sldId id="355" r:id="rId55"/>
    <p:sldId id="357" r:id="rId56"/>
    <p:sldId id="408" r:id="rId57"/>
    <p:sldId id="409" r:id="rId58"/>
    <p:sldId id="410" r:id="rId59"/>
    <p:sldId id="411" r:id="rId60"/>
    <p:sldId id="412" r:id="rId61"/>
    <p:sldId id="413" r:id="rId62"/>
    <p:sldId id="416" r:id="rId63"/>
    <p:sldId id="417" r:id="rId64"/>
    <p:sldId id="418" r:id="rId65"/>
    <p:sldId id="361" r:id="rId66"/>
    <p:sldId id="358" r:id="rId67"/>
    <p:sldId id="394" r:id="rId68"/>
    <p:sldId id="374" r:id="rId69"/>
    <p:sldId id="414" r:id="rId70"/>
    <p:sldId id="415" r:id="rId71"/>
    <p:sldId id="362" r:id="rId72"/>
    <p:sldId id="364" r:id="rId73"/>
    <p:sldId id="367" r:id="rId74"/>
    <p:sldId id="323" r:id="rId75"/>
    <p:sldId id="388" r:id="rId76"/>
    <p:sldId id="389" r:id="rId77"/>
    <p:sldId id="390" r:id="rId78"/>
    <p:sldId id="391" r:id="rId7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6600"/>
    <a:srgbClr val="CCFF99"/>
    <a:srgbClr val="FFCC99"/>
    <a:srgbClr val="FF9933"/>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74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3530"/>
    </p:cViewPr>
  </p:sorterViewPr>
  <p:notesViewPr>
    <p:cSldViewPr>
      <p:cViewPr>
        <p:scale>
          <a:sx n="100" d="100"/>
          <a:sy n="100" d="100"/>
        </p:scale>
        <p:origin x="-1488" y="-78"/>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7156" name="Rectangle 4"/>
          <p:cNvSpPr>
            <a:spLocks noGrp="1" noChangeArrowheads="1"/>
          </p:cNvSpPr>
          <p:nvPr>
            <p:ph type="ftr" sz="quarter" idx="2"/>
          </p:nvPr>
        </p:nvSpPr>
        <p:spPr bwMode="auto">
          <a:xfrm>
            <a:off x="0"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53" tIns="48327" rIns="96653" bIns="48327" numCol="1" anchor="b" anchorCtr="0" compatLnSpc="1">
            <a:prstTxWarp prst="textNoShape">
              <a:avLst/>
            </a:prstTxWarp>
          </a:bodyPr>
          <a:lstStyle>
            <a:lvl1pPr algn="l" defTabSz="966788">
              <a:defRPr sz="1200"/>
            </a:lvl1pPr>
          </a:lstStyle>
          <a:p>
            <a:endParaRPr lang="en-US" altLang="th-TH"/>
          </a:p>
        </p:txBody>
      </p:sp>
      <p:sp>
        <p:nvSpPr>
          <p:cNvPr id="177157" name="Rectangle 5"/>
          <p:cNvSpPr>
            <a:spLocks noGrp="1" noChangeArrowheads="1"/>
          </p:cNvSpPr>
          <p:nvPr>
            <p:ph type="sldNum" sz="quarter" idx="3"/>
          </p:nvPr>
        </p:nvSpPr>
        <p:spPr bwMode="auto">
          <a:xfrm>
            <a:off x="4143375" y="9118600"/>
            <a:ext cx="3170238" cy="48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53" tIns="48327" rIns="96653" bIns="48327" numCol="1" anchor="b" anchorCtr="0" compatLnSpc="1">
            <a:prstTxWarp prst="textNoShape">
              <a:avLst/>
            </a:prstTxWarp>
          </a:bodyPr>
          <a:lstStyle>
            <a:lvl1pPr algn="r" defTabSz="966788">
              <a:defRPr sz="1200"/>
            </a:lvl1pPr>
          </a:lstStyle>
          <a:p>
            <a:fld id="{37EEBF89-A2B3-4F32-BE8B-D6CD654F41C2}" type="slidenum">
              <a:rPr lang="en-US" altLang="th-TH"/>
              <a:pPr/>
              <a:t>‹#›</a:t>
            </a:fld>
            <a:endParaRPr lang="en-US" altLang="th-TH"/>
          </a:p>
        </p:txBody>
      </p:sp>
      <p:sp>
        <p:nvSpPr>
          <p:cNvPr id="177158" name="Rectangle 6"/>
          <p:cNvSpPr>
            <a:spLocks noChangeArrowheads="1"/>
          </p:cNvSpPr>
          <p:nvPr/>
        </p:nvSpPr>
        <p:spPr bwMode="auto">
          <a:xfrm>
            <a:off x="609600" y="381000"/>
            <a:ext cx="381635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243" tIns="50122" rIns="100243" bIns="50122"/>
          <a:lstStyle>
            <a:lvl1pPr algn="l" defTabSz="1003300">
              <a:defRPr sz="2400">
                <a:solidFill>
                  <a:schemeClr val="tx1"/>
                </a:solidFill>
                <a:latin typeface="Times New Roman" panose="02020603050405020304" pitchFamily="18" charset="0"/>
              </a:defRPr>
            </a:lvl1pPr>
            <a:lvl2pPr marL="500063" algn="l" defTabSz="1003300">
              <a:defRPr sz="2400">
                <a:solidFill>
                  <a:schemeClr val="tx1"/>
                </a:solidFill>
                <a:latin typeface="Times New Roman" panose="02020603050405020304" pitchFamily="18" charset="0"/>
              </a:defRPr>
            </a:lvl2pPr>
            <a:lvl3pPr marL="1003300" algn="l" defTabSz="1003300">
              <a:defRPr sz="2400">
                <a:solidFill>
                  <a:schemeClr val="tx1"/>
                </a:solidFill>
                <a:latin typeface="Times New Roman" panose="02020603050405020304" pitchFamily="18" charset="0"/>
              </a:defRPr>
            </a:lvl3pPr>
            <a:lvl4pPr marL="1503363" algn="l" defTabSz="1003300">
              <a:defRPr sz="2400">
                <a:solidFill>
                  <a:schemeClr val="tx1"/>
                </a:solidFill>
                <a:latin typeface="Times New Roman" panose="02020603050405020304" pitchFamily="18" charset="0"/>
              </a:defRPr>
            </a:lvl4pPr>
            <a:lvl5pPr marL="2005013" algn="l" defTabSz="1003300">
              <a:defRPr sz="2400">
                <a:solidFill>
                  <a:schemeClr val="tx1"/>
                </a:solidFill>
                <a:latin typeface="Times New Roman" panose="02020603050405020304" pitchFamily="18" charset="0"/>
              </a:defRPr>
            </a:lvl5pPr>
            <a:lvl6pPr marL="2462213" defTabSz="1003300" eaLnBrk="0" fontAlgn="base" hangingPunct="0">
              <a:spcBef>
                <a:spcPct val="0"/>
              </a:spcBef>
              <a:spcAft>
                <a:spcPct val="0"/>
              </a:spcAft>
              <a:defRPr sz="2400">
                <a:solidFill>
                  <a:schemeClr val="tx1"/>
                </a:solidFill>
                <a:latin typeface="Times New Roman" panose="02020603050405020304" pitchFamily="18" charset="0"/>
              </a:defRPr>
            </a:lvl6pPr>
            <a:lvl7pPr marL="2919413" defTabSz="1003300" eaLnBrk="0" fontAlgn="base" hangingPunct="0">
              <a:spcBef>
                <a:spcPct val="0"/>
              </a:spcBef>
              <a:spcAft>
                <a:spcPct val="0"/>
              </a:spcAft>
              <a:defRPr sz="2400">
                <a:solidFill>
                  <a:schemeClr val="tx1"/>
                </a:solidFill>
                <a:latin typeface="Times New Roman" panose="02020603050405020304" pitchFamily="18" charset="0"/>
              </a:defRPr>
            </a:lvl7pPr>
            <a:lvl8pPr marL="3376613" defTabSz="1003300" eaLnBrk="0" fontAlgn="base" hangingPunct="0">
              <a:spcBef>
                <a:spcPct val="0"/>
              </a:spcBef>
              <a:spcAft>
                <a:spcPct val="0"/>
              </a:spcAft>
              <a:defRPr sz="2400">
                <a:solidFill>
                  <a:schemeClr val="tx1"/>
                </a:solidFill>
                <a:latin typeface="Times New Roman" panose="02020603050405020304" pitchFamily="18" charset="0"/>
              </a:defRPr>
            </a:lvl8pPr>
            <a:lvl9pPr marL="3833813" defTabSz="10033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th-TH" sz="1800" b="1" i="1"/>
              <a:t>Design and Analysis of Algorithms</a:t>
            </a:r>
          </a:p>
        </p:txBody>
      </p:sp>
      <p:sp>
        <p:nvSpPr>
          <p:cNvPr id="177159" name="Rectangle 7"/>
          <p:cNvSpPr>
            <a:spLocks noChangeArrowheads="1"/>
          </p:cNvSpPr>
          <p:nvPr/>
        </p:nvSpPr>
        <p:spPr bwMode="auto">
          <a:xfrm>
            <a:off x="4343400" y="381000"/>
            <a:ext cx="2382838"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0243" tIns="50122" rIns="100243" bIns="50122"/>
          <a:lstStyle>
            <a:lvl1pPr algn="l" defTabSz="1003300">
              <a:defRPr sz="2400">
                <a:solidFill>
                  <a:schemeClr val="tx1"/>
                </a:solidFill>
                <a:latin typeface="Times New Roman" panose="02020603050405020304" pitchFamily="18" charset="0"/>
              </a:defRPr>
            </a:lvl1pPr>
            <a:lvl2pPr marL="500063" algn="l" defTabSz="1003300">
              <a:defRPr sz="2400">
                <a:solidFill>
                  <a:schemeClr val="tx1"/>
                </a:solidFill>
                <a:latin typeface="Times New Roman" panose="02020603050405020304" pitchFamily="18" charset="0"/>
              </a:defRPr>
            </a:lvl2pPr>
            <a:lvl3pPr marL="1003300" algn="l" defTabSz="1003300">
              <a:defRPr sz="2400">
                <a:solidFill>
                  <a:schemeClr val="tx1"/>
                </a:solidFill>
                <a:latin typeface="Times New Roman" panose="02020603050405020304" pitchFamily="18" charset="0"/>
              </a:defRPr>
            </a:lvl3pPr>
            <a:lvl4pPr marL="1503363" algn="l" defTabSz="1003300">
              <a:defRPr sz="2400">
                <a:solidFill>
                  <a:schemeClr val="tx1"/>
                </a:solidFill>
                <a:latin typeface="Times New Roman" panose="02020603050405020304" pitchFamily="18" charset="0"/>
              </a:defRPr>
            </a:lvl4pPr>
            <a:lvl5pPr marL="2005013" algn="l" defTabSz="1003300">
              <a:defRPr sz="2400">
                <a:solidFill>
                  <a:schemeClr val="tx1"/>
                </a:solidFill>
                <a:latin typeface="Times New Roman" panose="02020603050405020304" pitchFamily="18" charset="0"/>
              </a:defRPr>
            </a:lvl5pPr>
            <a:lvl6pPr marL="2462213" defTabSz="1003300" eaLnBrk="0" fontAlgn="base" hangingPunct="0">
              <a:spcBef>
                <a:spcPct val="0"/>
              </a:spcBef>
              <a:spcAft>
                <a:spcPct val="0"/>
              </a:spcAft>
              <a:defRPr sz="2400">
                <a:solidFill>
                  <a:schemeClr val="tx1"/>
                </a:solidFill>
                <a:latin typeface="Times New Roman" panose="02020603050405020304" pitchFamily="18" charset="0"/>
              </a:defRPr>
            </a:lvl6pPr>
            <a:lvl7pPr marL="2919413" defTabSz="1003300" eaLnBrk="0" fontAlgn="base" hangingPunct="0">
              <a:spcBef>
                <a:spcPct val="0"/>
              </a:spcBef>
              <a:spcAft>
                <a:spcPct val="0"/>
              </a:spcAft>
              <a:defRPr sz="2400">
                <a:solidFill>
                  <a:schemeClr val="tx1"/>
                </a:solidFill>
                <a:latin typeface="Times New Roman" panose="02020603050405020304" pitchFamily="18" charset="0"/>
              </a:defRPr>
            </a:lvl7pPr>
            <a:lvl8pPr marL="3376613" defTabSz="1003300" eaLnBrk="0" fontAlgn="base" hangingPunct="0">
              <a:spcBef>
                <a:spcPct val="0"/>
              </a:spcBef>
              <a:spcAft>
                <a:spcPct val="0"/>
              </a:spcAft>
              <a:defRPr sz="2400">
                <a:solidFill>
                  <a:schemeClr val="tx1"/>
                </a:solidFill>
                <a:latin typeface="Times New Roman" panose="02020603050405020304" pitchFamily="18" charset="0"/>
              </a:defRPr>
            </a:lvl8pPr>
            <a:lvl9pPr marL="3833813" defTabSz="1003300" eaLnBrk="0" fontAlgn="base" hangingPunct="0">
              <a:spcBef>
                <a:spcPct val="0"/>
              </a:spcBef>
              <a:spcAft>
                <a:spcPct val="0"/>
              </a:spcAft>
              <a:defRPr sz="2400">
                <a:solidFill>
                  <a:schemeClr val="tx1"/>
                </a:solidFill>
                <a:latin typeface="Times New Roman" panose="02020603050405020304" pitchFamily="18" charset="0"/>
              </a:defRPr>
            </a:lvl9pPr>
          </a:lstStyle>
          <a:p>
            <a:pPr algn="r"/>
            <a:r>
              <a:rPr lang="en-US" altLang="th-TH" sz="1800" b="1" i="1"/>
              <a:t>Chapter 2</a:t>
            </a:r>
          </a:p>
        </p:txBody>
      </p:sp>
    </p:spTree>
    <p:extLst>
      <p:ext uri="{BB962C8B-B14F-4D97-AF65-F5344CB8AC3E}">
        <p14:creationId xmlns:p14="http://schemas.microsoft.com/office/powerpoint/2010/main" val="37566324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3170238"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53" tIns="48327" rIns="96653" bIns="48327" numCol="1" anchor="ctr" anchorCtr="0" compatLnSpc="1">
            <a:prstTxWarp prst="textNoShape">
              <a:avLst/>
            </a:prstTxWarp>
          </a:bodyPr>
          <a:lstStyle>
            <a:lvl1pPr algn="l" defTabSz="966788">
              <a:defRPr sz="1200"/>
            </a:lvl1pPr>
          </a:lstStyle>
          <a:p>
            <a:endParaRPr lang="en-US" altLang="th-TH"/>
          </a:p>
        </p:txBody>
      </p:sp>
      <p:sp>
        <p:nvSpPr>
          <p:cNvPr id="92163" name="Rectangle 3"/>
          <p:cNvSpPr>
            <a:spLocks noGrp="1" noChangeArrowheads="1"/>
          </p:cNvSpPr>
          <p:nvPr>
            <p:ph type="dt" idx="1"/>
          </p:nvPr>
        </p:nvSpPr>
        <p:spPr bwMode="auto">
          <a:xfrm>
            <a:off x="4144963" y="0"/>
            <a:ext cx="3170237" cy="481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53" tIns="48327" rIns="96653" bIns="48327" numCol="1" anchor="ctr" anchorCtr="0" compatLnSpc="1">
            <a:prstTxWarp prst="textNoShape">
              <a:avLst/>
            </a:prstTxWarp>
          </a:bodyPr>
          <a:lstStyle>
            <a:lvl1pPr algn="r" defTabSz="966788">
              <a:defRPr sz="1200"/>
            </a:lvl1pPr>
          </a:lstStyle>
          <a:p>
            <a:endParaRPr lang="en-US" altLang="th-TH"/>
          </a:p>
        </p:txBody>
      </p:sp>
      <p:sp>
        <p:nvSpPr>
          <p:cNvPr id="92164" name="Rectangle 4"/>
          <p:cNvSpPr>
            <a:spLocks noGrp="1" noRot="1" noChangeAspect="1" noChangeArrowheads="1" noTextEdit="1"/>
          </p:cNvSpPr>
          <p:nvPr>
            <p:ph type="sldImg" idx="2"/>
          </p:nvPr>
        </p:nvSpPr>
        <p:spPr bwMode="auto">
          <a:xfrm>
            <a:off x="1257300" y="719138"/>
            <a:ext cx="4800600" cy="36004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2165" name="Rectangle 5"/>
          <p:cNvSpPr>
            <a:spLocks noGrp="1" noChangeArrowheads="1"/>
          </p:cNvSpPr>
          <p:nvPr>
            <p:ph type="body" sz="quarter" idx="3"/>
          </p:nvPr>
        </p:nvSpPr>
        <p:spPr bwMode="auto">
          <a:xfrm>
            <a:off x="976313" y="4560888"/>
            <a:ext cx="5362575" cy="432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53" tIns="48327" rIns="96653" bIns="48327" numCol="1" anchor="ctr" anchorCtr="0" compatLnSpc="1">
            <a:prstTxWarp prst="textNoShape">
              <a:avLst/>
            </a:prstTxWarp>
          </a:bodyPr>
          <a:lstStyle/>
          <a:p>
            <a:pPr lvl="0"/>
            <a:r>
              <a:rPr lang="en-US" altLang="th-TH"/>
              <a:t>Click to edit Master text styles</a:t>
            </a:r>
          </a:p>
          <a:p>
            <a:pPr lvl="1"/>
            <a:r>
              <a:rPr lang="en-US" altLang="th-TH"/>
              <a:t>Second level</a:t>
            </a:r>
          </a:p>
          <a:p>
            <a:pPr lvl="2"/>
            <a:r>
              <a:rPr lang="en-US" altLang="th-TH"/>
              <a:t>Third level</a:t>
            </a:r>
          </a:p>
          <a:p>
            <a:pPr lvl="3"/>
            <a:r>
              <a:rPr lang="en-US" altLang="th-TH"/>
              <a:t>Fourth level</a:t>
            </a:r>
          </a:p>
          <a:p>
            <a:pPr lvl="4"/>
            <a:r>
              <a:rPr lang="en-US" altLang="th-TH"/>
              <a:t>Fifth level</a:t>
            </a:r>
          </a:p>
        </p:txBody>
      </p:sp>
      <p:sp>
        <p:nvSpPr>
          <p:cNvPr id="92166" name="Rectangle 6"/>
          <p:cNvSpPr>
            <a:spLocks noGrp="1" noChangeArrowheads="1"/>
          </p:cNvSpPr>
          <p:nvPr>
            <p:ph type="ftr" sz="quarter" idx="4"/>
          </p:nvPr>
        </p:nvSpPr>
        <p:spPr bwMode="auto">
          <a:xfrm>
            <a:off x="0" y="9120188"/>
            <a:ext cx="3170238"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53" tIns="48327" rIns="96653" bIns="48327" numCol="1" anchor="b" anchorCtr="0" compatLnSpc="1">
            <a:prstTxWarp prst="textNoShape">
              <a:avLst/>
            </a:prstTxWarp>
          </a:bodyPr>
          <a:lstStyle>
            <a:lvl1pPr algn="l" defTabSz="966788">
              <a:defRPr sz="1200"/>
            </a:lvl1pPr>
          </a:lstStyle>
          <a:p>
            <a:endParaRPr lang="en-US" altLang="th-TH"/>
          </a:p>
        </p:txBody>
      </p:sp>
      <p:sp>
        <p:nvSpPr>
          <p:cNvPr id="92167" name="Rectangle 7"/>
          <p:cNvSpPr>
            <a:spLocks noGrp="1" noChangeArrowheads="1"/>
          </p:cNvSpPr>
          <p:nvPr>
            <p:ph type="sldNum" sz="quarter" idx="5"/>
          </p:nvPr>
        </p:nvSpPr>
        <p:spPr bwMode="auto">
          <a:xfrm>
            <a:off x="4144963" y="9120188"/>
            <a:ext cx="3170237"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6653" tIns="48327" rIns="96653" bIns="48327" numCol="1" anchor="b" anchorCtr="0" compatLnSpc="1">
            <a:prstTxWarp prst="textNoShape">
              <a:avLst/>
            </a:prstTxWarp>
          </a:bodyPr>
          <a:lstStyle>
            <a:lvl1pPr algn="r" defTabSz="966788">
              <a:defRPr sz="1200"/>
            </a:lvl1pPr>
          </a:lstStyle>
          <a:p>
            <a:fld id="{55C1E13C-08DB-47A8-A9FA-85F507D268C1}" type="slidenum">
              <a:rPr lang="en-US" altLang="th-TH"/>
              <a:pPr/>
              <a:t>‹#›</a:t>
            </a:fld>
            <a:endParaRPr lang="en-US" altLang="th-TH"/>
          </a:p>
        </p:txBody>
      </p:sp>
    </p:spTree>
    <p:extLst>
      <p:ext uri="{BB962C8B-B14F-4D97-AF65-F5344CB8AC3E}">
        <p14:creationId xmlns:p14="http://schemas.microsoft.com/office/powerpoint/2010/main" val="3577249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451EE9-C012-468E-A372-347F3A9E3346}" type="slidenum">
              <a:rPr lang="en-US" altLang="th-TH"/>
              <a:pPr/>
              <a:t>2</a:t>
            </a:fld>
            <a:endParaRPr lang="en-US" altLang="th-TH"/>
          </a:p>
        </p:txBody>
      </p:sp>
      <p:sp>
        <p:nvSpPr>
          <p:cNvPr id="239618" name="Rectangle 2"/>
          <p:cNvSpPr>
            <a:spLocks noGrp="1" noRot="1" noChangeAspect="1" noChangeArrowheads="1" noTextEdit="1"/>
          </p:cNvSpPr>
          <p:nvPr>
            <p:ph type="sldImg"/>
          </p:nvPr>
        </p:nvSpPr>
        <p:spPr>
          <a:ln/>
        </p:spPr>
      </p:sp>
      <p:sp>
        <p:nvSpPr>
          <p:cNvPr id="239619"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22694051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90F505-7677-4F34-B250-FDBDC748DF5A}" type="slidenum">
              <a:rPr lang="en-US" altLang="th-TH"/>
              <a:pPr/>
              <a:t>3</a:t>
            </a:fld>
            <a:endParaRPr lang="en-US" altLang="th-TH"/>
          </a:p>
        </p:txBody>
      </p:sp>
      <p:sp>
        <p:nvSpPr>
          <p:cNvPr id="238594" name="Rectangle 2"/>
          <p:cNvSpPr>
            <a:spLocks noGrp="1" noRot="1" noChangeAspect="1" noChangeArrowheads="1" noTextEdit="1"/>
          </p:cNvSpPr>
          <p:nvPr>
            <p:ph type="sldImg"/>
          </p:nvPr>
        </p:nvSpPr>
        <p:spPr>
          <a:ln/>
        </p:spPr>
      </p:sp>
      <p:sp>
        <p:nvSpPr>
          <p:cNvPr id="238595"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930254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B54229-A387-48E9-A717-D401760998B6}" type="slidenum">
              <a:rPr lang="en-US" altLang="th-TH"/>
              <a:pPr/>
              <a:t>4</a:t>
            </a:fld>
            <a:endParaRPr lang="en-US" altLang="th-TH"/>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2568498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24DAD0-6700-422F-A568-39825F3A09D8}" type="slidenum">
              <a:rPr lang="en-US" altLang="th-TH"/>
              <a:pPr/>
              <a:t>5</a:t>
            </a:fld>
            <a:endParaRPr lang="en-US" altLang="th-TH"/>
          </a:p>
        </p:txBody>
      </p:sp>
      <p:sp>
        <p:nvSpPr>
          <p:cNvPr id="240642" name="Rectangle 2"/>
          <p:cNvSpPr>
            <a:spLocks noGrp="1" noRot="1" noChangeAspect="1" noChangeArrowheads="1" noTextEdit="1"/>
          </p:cNvSpPr>
          <p:nvPr>
            <p:ph type="sldImg"/>
          </p:nvPr>
        </p:nvSpPr>
        <p:spPr>
          <a:ln/>
        </p:spPr>
      </p:sp>
      <p:sp>
        <p:nvSpPr>
          <p:cNvPr id="240643"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1511697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0B7564-9A0B-47DB-A0C3-D213EEB808B7}" type="slidenum">
              <a:rPr lang="en-US" altLang="th-TH"/>
              <a:pPr/>
              <a:t>6</a:t>
            </a:fld>
            <a:endParaRPr lang="en-US" altLang="th-TH"/>
          </a:p>
        </p:txBody>
      </p:sp>
      <p:sp>
        <p:nvSpPr>
          <p:cNvPr id="359426" name="Rectangle 2"/>
          <p:cNvSpPr>
            <a:spLocks noGrp="1" noRot="1" noChangeAspect="1" noChangeArrowheads="1" noTextEdit="1"/>
          </p:cNvSpPr>
          <p:nvPr>
            <p:ph type="sldImg"/>
          </p:nvPr>
        </p:nvSpPr>
        <p:spPr>
          <a:ln/>
        </p:spPr>
      </p:sp>
      <p:sp>
        <p:nvSpPr>
          <p:cNvPr id="359427"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2233378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163F0A-2E2D-4CB9-8583-F022FA38F333}" type="slidenum">
              <a:rPr lang="en-US" altLang="th-TH"/>
              <a:pPr/>
              <a:t>7</a:t>
            </a:fld>
            <a:endParaRPr lang="en-US" altLang="th-TH"/>
          </a:p>
        </p:txBody>
      </p:sp>
      <p:sp>
        <p:nvSpPr>
          <p:cNvPr id="348162" name="Rectangle 2"/>
          <p:cNvSpPr>
            <a:spLocks noGrp="1" noRot="1" noChangeAspect="1" noChangeArrowheads="1" noTextEdit="1"/>
          </p:cNvSpPr>
          <p:nvPr>
            <p:ph type="sldImg"/>
          </p:nvPr>
        </p:nvSpPr>
        <p:spPr>
          <a:ln/>
        </p:spPr>
      </p:sp>
      <p:sp>
        <p:nvSpPr>
          <p:cNvPr id="348163"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13519956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en-US" altLang="th-TH"/>
              <a:t>2 and 12</a:t>
            </a:r>
          </a:p>
        </p:txBody>
      </p:sp>
      <p:sp>
        <p:nvSpPr>
          <p:cNvPr id="4" name="Slide Number Placeholder 3"/>
          <p:cNvSpPr>
            <a:spLocks noGrp="1"/>
          </p:cNvSpPr>
          <p:nvPr>
            <p:ph type="sldNum" sz="quarter" idx="5"/>
          </p:nvPr>
        </p:nvSpPr>
        <p:spPr/>
        <p:txBody>
          <a:bodyPr/>
          <a:lstStyle>
            <a:lvl1pPr defTabSz="966788" eaLnBrk="0" hangingPunct="0">
              <a:defRPr sz="2400">
                <a:solidFill>
                  <a:schemeClr val="tx1"/>
                </a:solidFill>
                <a:latin typeface="Times New Roman" panose="02020603050405020304" pitchFamily="18" charset="0"/>
                <a:cs typeface="Arial" panose="020B0604020202020204" pitchFamily="34" charset="0"/>
              </a:defRPr>
            </a:lvl1pPr>
            <a:lvl2pPr marL="742950" indent="-285750" defTabSz="966788" eaLnBrk="0" hangingPunct="0">
              <a:defRPr sz="2400">
                <a:solidFill>
                  <a:schemeClr val="tx1"/>
                </a:solidFill>
                <a:latin typeface="Times New Roman" panose="02020603050405020304" pitchFamily="18" charset="0"/>
                <a:cs typeface="Arial" panose="020B0604020202020204" pitchFamily="34" charset="0"/>
              </a:defRPr>
            </a:lvl2pPr>
            <a:lvl3pPr marL="1143000" indent="-228600" defTabSz="966788" eaLnBrk="0" hangingPunct="0">
              <a:defRPr sz="2400">
                <a:solidFill>
                  <a:schemeClr val="tx1"/>
                </a:solidFill>
                <a:latin typeface="Times New Roman" panose="02020603050405020304" pitchFamily="18" charset="0"/>
                <a:cs typeface="Arial" panose="020B0604020202020204" pitchFamily="34" charset="0"/>
              </a:defRPr>
            </a:lvl3pPr>
            <a:lvl4pPr marL="1600200" indent="-228600" defTabSz="966788" eaLnBrk="0" hangingPunct="0">
              <a:defRPr sz="2400">
                <a:solidFill>
                  <a:schemeClr val="tx1"/>
                </a:solidFill>
                <a:latin typeface="Times New Roman" panose="02020603050405020304" pitchFamily="18" charset="0"/>
                <a:cs typeface="Arial" panose="020B0604020202020204" pitchFamily="34" charset="0"/>
              </a:defRPr>
            </a:lvl4pPr>
            <a:lvl5pPr marL="2057400" indent="-228600" defTabSz="966788" eaLnBrk="0" hangingPunct="0">
              <a:defRPr sz="2400">
                <a:solidFill>
                  <a:schemeClr val="tx1"/>
                </a:solidFill>
                <a:latin typeface="Times New Roman" panose="02020603050405020304" pitchFamily="18"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844CDC30-0682-46E9-A8DE-FCA7D05830DF}" type="slidenum">
              <a:rPr lang="en-US" altLang="th-TH" sz="1200"/>
              <a:pPr/>
              <a:t>10</a:t>
            </a:fld>
            <a:endParaRPr lang="en-US" altLang="th-TH" sz="1200"/>
          </a:p>
        </p:txBody>
      </p:sp>
    </p:spTree>
    <p:extLst>
      <p:ext uri="{BB962C8B-B14F-4D97-AF65-F5344CB8AC3E}">
        <p14:creationId xmlns:p14="http://schemas.microsoft.com/office/powerpoint/2010/main" val="3508315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D9F5CF-A786-4D3D-B483-FE1AEE0FBF5A}" type="slidenum">
              <a:rPr lang="en-US" altLang="th-TH"/>
              <a:pPr/>
              <a:t>11</a:t>
            </a:fld>
            <a:endParaRPr lang="en-US" altLang="th-TH"/>
          </a:p>
        </p:txBody>
      </p:sp>
      <p:sp>
        <p:nvSpPr>
          <p:cNvPr id="242690" name="Rectangle 2"/>
          <p:cNvSpPr>
            <a:spLocks noGrp="1" noRot="1" noChangeAspect="1" noChangeArrowheads="1" noTextEdit="1"/>
          </p:cNvSpPr>
          <p:nvPr>
            <p:ph type="sldImg"/>
          </p:nvPr>
        </p:nvSpPr>
        <p:spPr>
          <a:ln/>
        </p:spPr>
      </p:sp>
      <p:sp>
        <p:nvSpPr>
          <p:cNvPr id="242691"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3082429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EE4935-A6E5-46E7-B0D3-5031DFD5310F}" type="slidenum">
              <a:rPr lang="en-US" altLang="th-TH"/>
              <a:pPr/>
              <a:t>12</a:t>
            </a:fld>
            <a:endParaRPr lang="en-US" altLang="th-TH"/>
          </a:p>
        </p:txBody>
      </p:sp>
      <p:sp>
        <p:nvSpPr>
          <p:cNvPr id="209922" name="Rectangle 2"/>
          <p:cNvSpPr>
            <a:spLocks noGrp="1" noRot="1" noChangeAspect="1" noChangeArrowheads="1" noTextEdit="1"/>
          </p:cNvSpPr>
          <p:nvPr>
            <p:ph type="sldImg"/>
          </p:nvPr>
        </p:nvSpPr>
        <p:spPr>
          <a:ln/>
        </p:spPr>
      </p:sp>
      <p:sp>
        <p:nvSpPr>
          <p:cNvPr id="209923" name="Rectangle 3"/>
          <p:cNvSpPr>
            <a:spLocks noGrp="1" noChangeArrowheads="1"/>
          </p:cNvSpPr>
          <p:nvPr>
            <p:ph type="body" idx="1"/>
          </p:nvPr>
        </p:nvSpPr>
        <p:spPr/>
        <p:txBody>
          <a:bodyPr/>
          <a:lstStyle/>
          <a:p>
            <a:r>
              <a:rPr lang="en-US" altLang="th-TH"/>
              <a:t>Example: </a:t>
            </a:r>
            <a:r>
              <a:rPr lang="en-US" altLang="th-TH" i="1"/>
              <a:t>cn</a:t>
            </a:r>
            <a:r>
              <a:rPr lang="en-US" altLang="th-TH" i="1" baseline="30000"/>
              <a:t>2</a:t>
            </a:r>
            <a:endParaRPr lang="en-US" altLang="th-TH" i="1"/>
          </a:p>
          <a:p>
            <a:r>
              <a:rPr lang="en-US" altLang="th-TH"/>
              <a:t> </a:t>
            </a:r>
          </a:p>
          <a:p>
            <a:pPr>
              <a:buFont typeface="Symbol" panose="05050102010706020507" pitchFamily="18" charset="2"/>
              <a:buChar char="Þ"/>
            </a:pPr>
            <a:r>
              <a:rPr lang="en-US" altLang="th-TH"/>
              <a:t> how much faster on twice as fast computer? (2)</a:t>
            </a:r>
          </a:p>
          <a:p>
            <a:pPr>
              <a:buFont typeface="Symbol" panose="05050102010706020507" pitchFamily="18" charset="2"/>
              <a:buChar char="Þ"/>
            </a:pPr>
            <a:r>
              <a:rPr lang="en-US" altLang="th-TH"/>
              <a:t> how much longer for 2</a:t>
            </a:r>
            <a:r>
              <a:rPr lang="en-US" altLang="th-TH" i="1"/>
              <a:t>n</a:t>
            </a:r>
            <a:r>
              <a:rPr lang="en-US" altLang="th-TH"/>
              <a:t>? (4)</a:t>
            </a:r>
          </a:p>
        </p:txBody>
      </p:sp>
    </p:spTree>
    <p:extLst>
      <p:ext uri="{BB962C8B-B14F-4D97-AF65-F5344CB8AC3E}">
        <p14:creationId xmlns:p14="http://schemas.microsoft.com/office/powerpoint/2010/main" val="3333040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97E805-A295-4E1F-80DC-2EF77190AC5F}" type="slidenum">
              <a:rPr lang="en-US" altLang="th-TH"/>
              <a:pPr/>
              <a:t>14</a:t>
            </a:fld>
            <a:endParaRPr lang="en-US" altLang="th-TH"/>
          </a:p>
        </p:txBody>
      </p:sp>
      <p:sp>
        <p:nvSpPr>
          <p:cNvPr id="360450" name="Rectangle 2"/>
          <p:cNvSpPr>
            <a:spLocks noGrp="1" noRot="1" noChangeAspect="1" noChangeArrowheads="1" noTextEdit="1"/>
          </p:cNvSpPr>
          <p:nvPr>
            <p:ph type="sldImg"/>
          </p:nvPr>
        </p:nvSpPr>
        <p:spPr>
          <a:ln/>
        </p:spPr>
      </p:sp>
      <p:sp>
        <p:nvSpPr>
          <p:cNvPr id="360451"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1499732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ABDFCF-B40B-4626-A4C1-CB1A3A3A048D}" type="slidenum">
              <a:rPr lang="en-US" altLang="th-TH"/>
              <a:pPr/>
              <a:t>15</a:t>
            </a:fld>
            <a:endParaRPr lang="en-US" altLang="th-TH"/>
          </a:p>
        </p:txBody>
      </p:sp>
      <p:sp>
        <p:nvSpPr>
          <p:cNvPr id="210946" name="Rectangle 2"/>
          <p:cNvSpPr>
            <a:spLocks noGrp="1" noRot="1" noChangeAspect="1" noChangeArrowheads="1" noTextEdit="1"/>
          </p:cNvSpPr>
          <p:nvPr>
            <p:ph type="sldImg"/>
          </p:nvPr>
        </p:nvSpPr>
        <p:spPr>
          <a:ln/>
        </p:spPr>
      </p:sp>
      <p:sp>
        <p:nvSpPr>
          <p:cNvPr id="210947"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31526402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D439050-E3B4-4E0C-9879-031825F93667}" type="slidenum">
              <a:rPr lang="en-US" altLang="th-TH"/>
              <a:pPr/>
              <a:t>16</a:t>
            </a:fld>
            <a:endParaRPr lang="en-US" altLang="th-TH"/>
          </a:p>
        </p:txBody>
      </p:sp>
      <p:sp>
        <p:nvSpPr>
          <p:cNvPr id="361474" name="Rectangle 2"/>
          <p:cNvSpPr>
            <a:spLocks noGrp="1" noRot="1" noChangeAspect="1" noChangeArrowheads="1" noTextEdit="1"/>
          </p:cNvSpPr>
          <p:nvPr>
            <p:ph type="sldImg"/>
          </p:nvPr>
        </p:nvSpPr>
        <p:spPr>
          <a:ln/>
        </p:spPr>
      </p:sp>
      <p:sp>
        <p:nvSpPr>
          <p:cNvPr id="361475"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946909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0C40C1-AB06-4D3A-ABEE-11CD5F9A555D}" type="slidenum">
              <a:rPr lang="en-US" altLang="th-TH"/>
              <a:pPr/>
              <a:t>17</a:t>
            </a:fld>
            <a:endParaRPr lang="en-US" altLang="th-TH"/>
          </a:p>
        </p:txBody>
      </p:sp>
      <p:sp>
        <p:nvSpPr>
          <p:cNvPr id="362498" name="Rectangle 2"/>
          <p:cNvSpPr>
            <a:spLocks noGrp="1" noRot="1" noChangeAspect="1" noChangeArrowheads="1" noTextEdit="1"/>
          </p:cNvSpPr>
          <p:nvPr>
            <p:ph type="sldImg"/>
          </p:nvPr>
        </p:nvSpPr>
        <p:spPr>
          <a:ln/>
        </p:spPr>
      </p:sp>
      <p:sp>
        <p:nvSpPr>
          <p:cNvPr id="362499"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26182021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5C73F8-FD53-4EB8-9F8E-9B07D5E607C0}" type="slidenum">
              <a:rPr lang="en-US" altLang="th-TH"/>
              <a:pPr/>
              <a:t>18</a:t>
            </a:fld>
            <a:endParaRPr lang="en-US" altLang="th-TH"/>
          </a:p>
        </p:txBody>
      </p:sp>
      <p:sp>
        <p:nvSpPr>
          <p:cNvPr id="363522" name="Rectangle 2"/>
          <p:cNvSpPr>
            <a:spLocks noGrp="1" noRot="1" noChangeAspect="1" noChangeArrowheads="1" noTextEdit="1"/>
          </p:cNvSpPr>
          <p:nvPr>
            <p:ph type="sldImg"/>
          </p:nvPr>
        </p:nvSpPr>
        <p:spPr>
          <a:ln/>
        </p:spPr>
      </p:sp>
      <p:sp>
        <p:nvSpPr>
          <p:cNvPr id="363523"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3050949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7"/>
          <p:cNvSpPr>
            <a:spLocks noGrp="1" noChangeArrowheads="1"/>
          </p:cNvSpPr>
          <p:nvPr>
            <p:ph type="sldNum" sz="quarter" idx="5"/>
          </p:nvPr>
        </p:nvSpPr>
        <p:spPr>
          <a:ln/>
        </p:spPr>
        <p:txBody>
          <a:bodyPr/>
          <a:lstStyle/>
          <a:p>
            <a:fld id="{9A4497EF-F57D-46D3-AF18-E20D2F2B8F94}" type="slidenum">
              <a:rPr lang="en-US" altLang="th-TH"/>
              <a:pPr/>
              <a:t>20</a:t>
            </a:fld>
            <a:endParaRPr lang="en-US" altLang="th-TH"/>
          </a:p>
        </p:txBody>
      </p:sp>
      <p:sp>
        <p:nvSpPr>
          <p:cNvPr id="269314" name="Rectangle 2"/>
          <p:cNvSpPr>
            <a:spLocks noGrp="1" noRot="1" noChangeAspect="1" noChangeArrowheads="1" noTextEdit="1"/>
          </p:cNvSpPr>
          <p:nvPr>
            <p:ph type="sldImg"/>
          </p:nvPr>
        </p:nvSpPr>
        <p:spPr>
          <a:xfrm>
            <a:off x="1257300" y="708025"/>
            <a:ext cx="4800600" cy="3600450"/>
          </a:xfrm>
          <a:ln/>
        </p:spPr>
      </p:sp>
      <p:sp>
        <p:nvSpPr>
          <p:cNvPr id="269315" name="Rectangle 3"/>
          <p:cNvSpPr>
            <a:spLocks noGrp="1" noChangeArrowheads="1"/>
          </p:cNvSpPr>
          <p:nvPr>
            <p:ph type="body" idx="1"/>
          </p:nvPr>
        </p:nvSpPr>
        <p:spPr/>
        <p:txBody>
          <a:bodyPr/>
          <a:lstStyle/>
          <a:p>
            <a:r>
              <a:rPr lang="en-US" altLang="th-TH">
                <a:cs typeface="Times New Roman" panose="02020603050405020304" pitchFamily="18" charset="0"/>
              </a:rPr>
              <a:t>Examples:</a:t>
            </a:r>
          </a:p>
          <a:p>
            <a:r>
              <a:rPr lang="en-US" altLang="th-TH">
                <a:cs typeface="Times New Roman" panose="02020603050405020304" pitchFamily="18" charset="0"/>
              </a:rPr>
              <a:t> 10</a:t>
            </a:r>
            <a:r>
              <a:rPr lang="en-US" altLang="th-TH" i="1">
                <a:cs typeface="Times New Roman" panose="02020603050405020304" pitchFamily="18" charset="0"/>
              </a:rPr>
              <a:t>n</a:t>
            </a:r>
            <a:r>
              <a:rPr lang="en-US" altLang="th-TH">
                <a:cs typeface="Times New Roman" panose="02020603050405020304" pitchFamily="18" charset="0"/>
              </a:rPr>
              <a:t> is O(</a:t>
            </a:r>
            <a:r>
              <a:rPr lang="en-US" altLang="th-TH" i="1">
                <a:cs typeface="Times New Roman" panose="02020603050405020304" pitchFamily="18" charset="0"/>
              </a:rPr>
              <a:t>n</a:t>
            </a:r>
            <a:r>
              <a:rPr lang="en-US" altLang="th-TH" baseline="30000">
                <a:cs typeface="Times New Roman" panose="02020603050405020304" pitchFamily="18" charset="0"/>
              </a:rPr>
              <a:t>2</a:t>
            </a:r>
            <a:r>
              <a:rPr lang="en-US" altLang="th-TH">
                <a:cs typeface="Times New Roman" panose="02020603050405020304" pitchFamily="18" charset="0"/>
              </a:rPr>
              <a:t>)</a:t>
            </a:r>
          </a:p>
          <a:p>
            <a:r>
              <a:rPr lang="en-US" altLang="th-TH">
                <a:cs typeface="Times New Roman" panose="02020603050405020304" pitchFamily="18" charset="0"/>
              </a:rPr>
              <a:t>since 10</a:t>
            </a:r>
            <a:r>
              <a:rPr lang="en-US" altLang="th-TH" i="1">
                <a:cs typeface="Times New Roman" panose="02020603050405020304" pitchFamily="18" charset="0"/>
              </a:rPr>
              <a:t>n</a:t>
            </a:r>
            <a:r>
              <a:rPr lang="en-US" altLang="th-TH">
                <a:cs typeface="Times New Roman" panose="02020603050405020304" pitchFamily="18" charset="0"/>
              </a:rPr>
              <a:t> ≤ 10</a:t>
            </a:r>
            <a:r>
              <a:rPr lang="en-US" altLang="th-TH" i="1">
                <a:cs typeface="Times New Roman" panose="02020603050405020304" pitchFamily="18" charset="0"/>
              </a:rPr>
              <a:t>n</a:t>
            </a:r>
            <a:r>
              <a:rPr lang="en-US" altLang="th-TH" baseline="30000">
                <a:cs typeface="Times New Roman" panose="02020603050405020304" pitchFamily="18" charset="0"/>
              </a:rPr>
              <a:t>2</a:t>
            </a:r>
            <a:r>
              <a:rPr lang="en-US" altLang="th-TH">
                <a:cs typeface="Times New Roman" panose="02020603050405020304" pitchFamily="18" charset="0"/>
              </a:rPr>
              <a:t>  for </a:t>
            </a:r>
            <a:r>
              <a:rPr lang="en-US" altLang="th-TH" i="1">
                <a:cs typeface="Times New Roman" panose="02020603050405020304" pitchFamily="18" charset="0"/>
              </a:rPr>
              <a:t>n ≥ </a:t>
            </a:r>
            <a:r>
              <a:rPr lang="en-US" altLang="th-TH">
                <a:cs typeface="Times New Roman" panose="02020603050405020304" pitchFamily="18" charset="0"/>
              </a:rPr>
              <a:t>1  or 10</a:t>
            </a:r>
            <a:r>
              <a:rPr lang="en-US" altLang="th-TH" i="1">
                <a:cs typeface="Times New Roman" panose="02020603050405020304" pitchFamily="18" charset="0"/>
              </a:rPr>
              <a:t>n</a:t>
            </a:r>
            <a:r>
              <a:rPr lang="en-US" altLang="th-TH">
                <a:cs typeface="Times New Roman" panose="02020603050405020304" pitchFamily="18" charset="0"/>
              </a:rPr>
              <a:t> ≤ </a:t>
            </a:r>
            <a:r>
              <a:rPr lang="en-US" altLang="th-TH" i="1">
                <a:cs typeface="Times New Roman" panose="02020603050405020304" pitchFamily="18" charset="0"/>
              </a:rPr>
              <a:t>n</a:t>
            </a:r>
            <a:r>
              <a:rPr lang="en-US" altLang="th-TH" baseline="30000">
                <a:cs typeface="Times New Roman" panose="02020603050405020304" pitchFamily="18" charset="0"/>
              </a:rPr>
              <a:t>2  </a:t>
            </a:r>
            <a:r>
              <a:rPr lang="en-US" altLang="th-TH">
                <a:cs typeface="Times New Roman" panose="02020603050405020304" pitchFamily="18" charset="0"/>
              </a:rPr>
              <a:t>for </a:t>
            </a:r>
            <a:r>
              <a:rPr lang="en-US" altLang="th-TH" i="1">
                <a:cs typeface="Times New Roman" panose="02020603050405020304" pitchFamily="18" charset="0"/>
              </a:rPr>
              <a:t>n ≥ </a:t>
            </a:r>
            <a:r>
              <a:rPr lang="en-US" altLang="th-TH">
                <a:cs typeface="Times New Roman" panose="02020603050405020304" pitchFamily="18" charset="0"/>
              </a:rPr>
              <a:t>10 </a:t>
            </a:r>
          </a:p>
          <a:p>
            <a:endParaRPr lang="en-US" altLang="th-TH">
              <a:cs typeface="Times New Roman" panose="02020603050405020304" pitchFamily="18" charset="0"/>
            </a:endParaRPr>
          </a:p>
          <a:p>
            <a:r>
              <a:rPr lang="en-US" altLang="th-TH">
                <a:cs typeface="Times New Roman" panose="02020603050405020304" pitchFamily="18" charset="0"/>
              </a:rPr>
              <a:t>                    </a:t>
            </a:r>
            <a:r>
              <a:rPr lang="en-US" altLang="th-TH" i="1">
                <a:cs typeface="Times New Roman" panose="02020603050405020304" pitchFamily="18" charset="0"/>
              </a:rPr>
              <a:t>c            n</a:t>
            </a:r>
            <a:r>
              <a:rPr lang="en-US" altLang="th-TH" baseline="-25000">
                <a:cs typeface="Times New Roman" panose="02020603050405020304" pitchFamily="18" charset="0"/>
              </a:rPr>
              <a:t>0</a:t>
            </a:r>
            <a:endParaRPr lang="en-US" altLang="th-TH">
              <a:cs typeface="Times New Roman" panose="02020603050405020304" pitchFamily="18" charset="0"/>
            </a:endParaRPr>
          </a:p>
          <a:p>
            <a:r>
              <a:rPr lang="en-US" altLang="th-TH">
                <a:cs typeface="Times New Roman" panose="02020603050405020304" pitchFamily="18" charset="0"/>
              </a:rPr>
              <a:t>5</a:t>
            </a:r>
            <a:r>
              <a:rPr lang="en-US" altLang="th-TH" i="1">
                <a:cs typeface="Times New Roman" panose="02020603050405020304" pitchFamily="18" charset="0"/>
              </a:rPr>
              <a:t>n</a:t>
            </a:r>
            <a:r>
              <a:rPr lang="en-US" altLang="th-TH">
                <a:cs typeface="Times New Roman" panose="02020603050405020304" pitchFamily="18" charset="0"/>
              </a:rPr>
              <a:t>+20 is O(10</a:t>
            </a:r>
            <a:r>
              <a:rPr lang="en-US" altLang="th-TH" i="1">
                <a:cs typeface="Times New Roman" panose="02020603050405020304" pitchFamily="18" charset="0"/>
              </a:rPr>
              <a:t>n</a:t>
            </a:r>
            <a:r>
              <a:rPr lang="en-US" altLang="th-TH">
                <a:cs typeface="Times New Roman" panose="02020603050405020304" pitchFamily="18" charset="0"/>
              </a:rPr>
              <a:t>)</a:t>
            </a:r>
          </a:p>
          <a:p>
            <a:r>
              <a:rPr lang="en-US" altLang="th-TH">
                <a:cs typeface="Times New Roman" panose="02020603050405020304" pitchFamily="18" charset="0"/>
              </a:rPr>
              <a:t>since 5</a:t>
            </a:r>
            <a:r>
              <a:rPr lang="en-US" altLang="th-TH" i="1">
                <a:cs typeface="Times New Roman" panose="02020603050405020304" pitchFamily="18" charset="0"/>
              </a:rPr>
              <a:t>n</a:t>
            </a:r>
            <a:r>
              <a:rPr lang="en-US" altLang="th-TH">
                <a:cs typeface="Times New Roman" panose="02020603050405020304" pitchFamily="18" charset="0"/>
              </a:rPr>
              <a:t>+20 ≤ 10 </a:t>
            </a:r>
            <a:r>
              <a:rPr lang="en-US" altLang="th-TH" i="1">
                <a:cs typeface="Times New Roman" panose="02020603050405020304" pitchFamily="18" charset="0"/>
              </a:rPr>
              <a:t>n </a:t>
            </a:r>
            <a:r>
              <a:rPr lang="en-US" altLang="th-TH">
                <a:cs typeface="Times New Roman" panose="02020603050405020304" pitchFamily="18" charset="0"/>
              </a:rPr>
              <a:t>for </a:t>
            </a:r>
            <a:r>
              <a:rPr lang="en-US" altLang="th-TH" i="1">
                <a:cs typeface="Times New Roman" panose="02020603050405020304" pitchFamily="18" charset="0"/>
              </a:rPr>
              <a:t>n ≥ </a:t>
            </a:r>
            <a:r>
              <a:rPr lang="en-US" altLang="th-TH">
                <a:cs typeface="Times New Roman" panose="02020603050405020304" pitchFamily="18" charset="0"/>
              </a:rPr>
              <a:t>4</a:t>
            </a:r>
          </a:p>
          <a:p>
            <a:endParaRPr lang="en-US" altLang="th-TH" i="1">
              <a:cs typeface="Times New Roman" panose="02020603050405020304" pitchFamily="18" charset="0"/>
            </a:endParaRPr>
          </a:p>
          <a:p>
            <a:r>
              <a:rPr lang="en-US" altLang="th-TH" i="1">
                <a:cs typeface="Times New Roman" panose="02020603050405020304" pitchFamily="18" charset="0"/>
              </a:rPr>
              <a:t>                         c            n</a:t>
            </a:r>
            <a:r>
              <a:rPr lang="en-US" altLang="th-TH" baseline="-25000">
                <a:cs typeface="Times New Roman" panose="02020603050405020304" pitchFamily="18" charset="0"/>
              </a:rPr>
              <a:t>0</a:t>
            </a:r>
            <a:endParaRPr lang="en-US" altLang="th-TH">
              <a:cs typeface="Times New Roman" panose="02020603050405020304" pitchFamily="18" charset="0"/>
            </a:endParaRPr>
          </a:p>
          <a:p>
            <a:endParaRPr lang="en-US" altLang="th-TH">
              <a:cs typeface="Times New Roman" panose="02020603050405020304" pitchFamily="18" charset="0"/>
            </a:endParaRPr>
          </a:p>
          <a:p>
            <a:endParaRPr lang="en-US" altLang="th-TH">
              <a:cs typeface="Times New Roman" panose="02020603050405020304" pitchFamily="18" charset="0"/>
            </a:endParaRPr>
          </a:p>
          <a:p>
            <a:endParaRPr lang="en-US" altLang="th-TH"/>
          </a:p>
        </p:txBody>
      </p:sp>
      <p:sp>
        <p:nvSpPr>
          <p:cNvPr id="269316" name="Line 4"/>
          <p:cNvSpPr>
            <a:spLocks noChangeShapeType="1"/>
          </p:cNvSpPr>
          <p:nvPr/>
        </p:nvSpPr>
        <p:spPr bwMode="auto">
          <a:xfrm flipH="1" flipV="1">
            <a:off x="1908175" y="5981700"/>
            <a:ext cx="0" cy="314325"/>
          </a:xfrm>
          <a:prstGeom prst="line">
            <a:avLst/>
          </a:prstGeom>
          <a:noFill/>
          <a:ln w="127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69317" name="Line 5"/>
          <p:cNvSpPr>
            <a:spLocks noChangeShapeType="1"/>
          </p:cNvSpPr>
          <p:nvPr/>
        </p:nvSpPr>
        <p:spPr bwMode="auto">
          <a:xfrm flipV="1">
            <a:off x="2438400" y="5943600"/>
            <a:ext cx="228600" cy="381000"/>
          </a:xfrm>
          <a:prstGeom prst="line">
            <a:avLst/>
          </a:prstGeom>
          <a:noFill/>
          <a:ln w="127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69318" name="Line 6"/>
          <p:cNvSpPr>
            <a:spLocks noChangeShapeType="1"/>
          </p:cNvSpPr>
          <p:nvPr/>
        </p:nvSpPr>
        <p:spPr bwMode="auto">
          <a:xfrm flipH="1" flipV="1">
            <a:off x="2066925" y="6924675"/>
            <a:ext cx="0" cy="315913"/>
          </a:xfrm>
          <a:prstGeom prst="line">
            <a:avLst/>
          </a:prstGeom>
          <a:noFill/>
          <a:ln w="127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69319" name="Line 7"/>
          <p:cNvSpPr>
            <a:spLocks noChangeShapeType="1"/>
          </p:cNvSpPr>
          <p:nvPr/>
        </p:nvSpPr>
        <p:spPr bwMode="auto">
          <a:xfrm flipV="1">
            <a:off x="2703513" y="6924675"/>
            <a:ext cx="79375" cy="315913"/>
          </a:xfrm>
          <a:prstGeom prst="line">
            <a:avLst/>
          </a:prstGeom>
          <a:noFill/>
          <a:ln w="127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Tree>
    <p:extLst>
      <p:ext uri="{BB962C8B-B14F-4D97-AF65-F5344CB8AC3E}">
        <p14:creationId xmlns:p14="http://schemas.microsoft.com/office/powerpoint/2010/main" val="14962875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p:txBody>
          <a:bodyPr/>
          <a:lstStyle>
            <a:lvl1pPr defTabSz="966788" eaLnBrk="0" hangingPunct="0">
              <a:defRPr sz="2400">
                <a:solidFill>
                  <a:schemeClr val="tx1"/>
                </a:solidFill>
                <a:latin typeface="Times New Roman" panose="02020603050405020304" pitchFamily="18" charset="0"/>
                <a:cs typeface="Arial" panose="020B0604020202020204" pitchFamily="34" charset="0"/>
              </a:defRPr>
            </a:lvl1pPr>
            <a:lvl2pPr marL="742950" indent="-285750" defTabSz="966788" eaLnBrk="0" hangingPunct="0">
              <a:defRPr sz="2400">
                <a:solidFill>
                  <a:schemeClr val="tx1"/>
                </a:solidFill>
                <a:latin typeface="Times New Roman" panose="02020603050405020304" pitchFamily="18" charset="0"/>
                <a:cs typeface="Arial" panose="020B0604020202020204" pitchFamily="34" charset="0"/>
              </a:defRPr>
            </a:lvl2pPr>
            <a:lvl3pPr marL="1143000" indent="-228600" defTabSz="966788" eaLnBrk="0" hangingPunct="0">
              <a:defRPr sz="2400">
                <a:solidFill>
                  <a:schemeClr val="tx1"/>
                </a:solidFill>
                <a:latin typeface="Times New Roman" panose="02020603050405020304" pitchFamily="18" charset="0"/>
                <a:cs typeface="Arial" panose="020B0604020202020204" pitchFamily="34" charset="0"/>
              </a:defRPr>
            </a:lvl3pPr>
            <a:lvl4pPr marL="1600200" indent="-228600" defTabSz="966788" eaLnBrk="0" hangingPunct="0">
              <a:defRPr sz="2400">
                <a:solidFill>
                  <a:schemeClr val="tx1"/>
                </a:solidFill>
                <a:latin typeface="Times New Roman" panose="02020603050405020304" pitchFamily="18" charset="0"/>
                <a:cs typeface="Arial" panose="020B0604020202020204" pitchFamily="34" charset="0"/>
              </a:defRPr>
            </a:lvl4pPr>
            <a:lvl5pPr marL="2057400" indent="-228600" defTabSz="966788" eaLnBrk="0" hangingPunct="0">
              <a:defRPr sz="2400">
                <a:solidFill>
                  <a:schemeClr val="tx1"/>
                </a:solidFill>
                <a:latin typeface="Times New Roman" panose="02020603050405020304" pitchFamily="18"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DD7AE052-08C7-40C5-A57F-76C0AA2D07FA}" type="slidenum">
              <a:rPr lang="en-US" altLang="th-TH" sz="1200"/>
              <a:pPr/>
              <a:t>21</a:t>
            </a:fld>
            <a:endParaRPr lang="en-US" altLang="th-TH" sz="1200"/>
          </a:p>
        </p:txBody>
      </p:sp>
      <p:sp>
        <p:nvSpPr>
          <p:cNvPr id="76803" name="Rectangle 2"/>
          <p:cNvSpPr>
            <a:spLocks noGrp="1" noRot="1" noChangeAspect="1" noChangeArrowheads="1" noTextEdit="1"/>
          </p:cNvSpPr>
          <p:nvPr>
            <p:ph type="sldImg"/>
          </p:nvPr>
        </p:nvSpPr>
        <p:spPr>
          <a:xfrm>
            <a:off x="990600" y="754063"/>
            <a:ext cx="5118100" cy="3838575"/>
          </a:xfrm>
          <a:ln/>
        </p:spPr>
      </p:sp>
      <p:sp>
        <p:nvSpPr>
          <p:cNvPr id="7680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en-US" altLang="th-TH">
                <a:cs typeface="Times New Roman" panose="02020603050405020304" pitchFamily="18" charset="0"/>
              </a:rPr>
              <a:t>Examples:</a:t>
            </a:r>
          </a:p>
          <a:p>
            <a:r>
              <a:rPr lang="en-US" altLang="th-TH">
                <a:cs typeface="Times New Roman" panose="02020603050405020304" pitchFamily="18" charset="0"/>
              </a:rPr>
              <a:t> 10</a:t>
            </a:r>
            <a:r>
              <a:rPr lang="en-US" altLang="th-TH" i="1">
                <a:cs typeface="Times New Roman" panose="02020603050405020304" pitchFamily="18" charset="0"/>
              </a:rPr>
              <a:t>n</a:t>
            </a:r>
            <a:r>
              <a:rPr lang="en-US" altLang="th-TH">
                <a:cs typeface="Times New Roman" panose="02020603050405020304" pitchFamily="18" charset="0"/>
              </a:rPr>
              <a:t> is O(</a:t>
            </a:r>
            <a:r>
              <a:rPr lang="en-US" altLang="th-TH" i="1">
                <a:cs typeface="Times New Roman" panose="02020603050405020304" pitchFamily="18" charset="0"/>
              </a:rPr>
              <a:t>n</a:t>
            </a:r>
            <a:r>
              <a:rPr lang="en-US" altLang="th-TH" baseline="30000">
                <a:cs typeface="Times New Roman" panose="02020603050405020304" pitchFamily="18" charset="0"/>
              </a:rPr>
              <a:t>2</a:t>
            </a:r>
            <a:r>
              <a:rPr lang="en-US" altLang="th-TH">
                <a:cs typeface="Times New Roman" panose="02020603050405020304" pitchFamily="18" charset="0"/>
              </a:rPr>
              <a:t>)</a:t>
            </a:r>
          </a:p>
          <a:p>
            <a:r>
              <a:rPr lang="en-US" altLang="th-TH">
                <a:cs typeface="Times New Roman" panose="02020603050405020304" pitchFamily="18" charset="0"/>
              </a:rPr>
              <a:t>since 10</a:t>
            </a:r>
            <a:r>
              <a:rPr lang="en-US" altLang="th-TH" i="1">
                <a:cs typeface="Times New Roman" panose="02020603050405020304" pitchFamily="18" charset="0"/>
              </a:rPr>
              <a:t>n</a:t>
            </a:r>
            <a:r>
              <a:rPr lang="en-US" altLang="th-TH">
                <a:cs typeface="Times New Roman" panose="02020603050405020304" pitchFamily="18" charset="0"/>
              </a:rPr>
              <a:t> </a:t>
            </a:r>
            <a:r>
              <a:rPr lang="en-US" altLang="th-TH">
                <a:latin typeface="Lucida Grande"/>
                <a:cs typeface="Times New Roman" panose="02020603050405020304" pitchFamily="18" charset="0"/>
              </a:rPr>
              <a:t>≤</a:t>
            </a:r>
            <a:r>
              <a:rPr lang="en-US" altLang="th-TH">
                <a:cs typeface="Times New Roman" panose="02020603050405020304" pitchFamily="18" charset="0"/>
              </a:rPr>
              <a:t> 10</a:t>
            </a:r>
            <a:r>
              <a:rPr lang="en-US" altLang="th-TH" i="1">
                <a:cs typeface="Times New Roman" panose="02020603050405020304" pitchFamily="18" charset="0"/>
              </a:rPr>
              <a:t>n</a:t>
            </a:r>
            <a:r>
              <a:rPr lang="en-US" altLang="th-TH" baseline="30000">
                <a:cs typeface="Times New Roman" panose="02020603050405020304" pitchFamily="18" charset="0"/>
              </a:rPr>
              <a:t>2</a:t>
            </a:r>
            <a:r>
              <a:rPr lang="en-US" altLang="th-TH">
                <a:cs typeface="Times New Roman" panose="02020603050405020304" pitchFamily="18" charset="0"/>
              </a:rPr>
              <a:t>  for </a:t>
            </a:r>
            <a:r>
              <a:rPr lang="en-US" altLang="th-TH" i="1">
                <a:cs typeface="Times New Roman" panose="02020603050405020304" pitchFamily="18" charset="0"/>
              </a:rPr>
              <a:t>n </a:t>
            </a:r>
            <a:r>
              <a:rPr lang="en-US" altLang="th-TH" i="1">
                <a:latin typeface="Lucida Grande"/>
                <a:cs typeface="Times New Roman" panose="02020603050405020304" pitchFamily="18" charset="0"/>
              </a:rPr>
              <a:t>≥</a:t>
            </a:r>
            <a:r>
              <a:rPr lang="en-US" altLang="th-TH" i="1">
                <a:cs typeface="Times New Roman" panose="02020603050405020304" pitchFamily="18" charset="0"/>
              </a:rPr>
              <a:t> </a:t>
            </a:r>
            <a:r>
              <a:rPr lang="en-US" altLang="th-TH">
                <a:cs typeface="Times New Roman" panose="02020603050405020304" pitchFamily="18" charset="0"/>
              </a:rPr>
              <a:t>1  or 10</a:t>
            </a:r>
            <a:r>
              <a:rPr lang="en-US" altLang="th-TH" i="1">
                <a:cs typeface="Times New Roman" panose="02020603050405020304" pitchFamily="18" charset="0"/>
              </a:rPr>
              <a:t>n</a:t>
            </a:r>
            <a:r>
              <a:rPr lang="en-US" altLang="th-TH">
                <a:cs typeface="Times New Roman" panose="02020603050405020304" pitchFamily="18" charset="0"/>
              </a:rPr>
              <a:t> </a:t>
            </a:r>
            <a:r>
              <a:rPr lang="en-US" altLang="th-TH">
                <a:latin typeface="Lucida Grande"/>
                <a:cs typeface="Times New Roman" panose="02020603050405020304" pitchFamily="18" charset="0"/>
              </a:rPr>
              <a:t>≤</a:t>
            </a:r>
            <a:r>
              <a:rPr lang="en-US" altLang="th-TH">
                <a:cs typeface="Times New Roman" panose="02020603050405020304" pitchFamily="18" charset="0"/>
              </a:rPr>
              <a:t> </a:t>
            </a:r>
            <a:r>
              <a:rPr lang="en-US" altLang="th-TH" i="1">
                <a:cs typeface="Times New Roman" panose="02020603050405020304" pitchFamily="18" charset="0"/>
              </a:rPr>
              <a:t>n</a:t>
            </a:r>
            <a:r>
              <a:rPr lang="en-US" altLang="th-TH" baseline="30000">
                <a:cs typeface="Times New Roman" panose="02020603050405020304" pitchFamily="18" charset="0"/>
              </a:rPr>
              <a:t>2  </a:t>
            </a:r>
            <a:r>
              <a:rPr lang="en-US" altLang="th-TH">
                <a:cs typeface="Times New Roman" panose="02020603050405020304" pitchFamily="18" charset="0"/>
              </a:rPr>
              <a:t>for </a:t>
            </a:r>
            <a:r>
              <a:rPr lang="en-US" altLang="th-TH" i="1">
                <a:cs typeface="Times New Roman" panose="02020603050405020304" pitchFamily="18" charset="0"/>
              </a:rPr>
              <a:t>n </a:t>
            </a:r>
            <a:r>
              <a:rPr lang="en-US" altLang="th-TH" i="1">
                <a:latin typeface="Lucida Grande"/>
                <a:cs typeface="Times New Roman" panose="02020603050405020304" pitchFamily="18" charset="0"/>
              </a:rPr>
              <a:t>≥</a:t>
            </a:r>
            <a:r>
              <a:rPr lang="en-US" altLang="th-TH" i="1">
                <a:cs typeface="Times New Roman" panose="02020603050405020304" pitchFamily="18" charset="0"/>
              </a:rPr>
              <a:t> </a:t>
            </a:r>
            <a:r>
              <a:rPr lang="en-US" altLang="th-TH">
                <a:cs typeface="Times New Roman" panose="02020603050405020304" pitchFamily="18" charset="0"/>
              </a:rPr>
              <a:t>10 </a:t>
            </a:r>
          </a:p>
          <a:p>
            <a:endParaRPr lang="en-US" altLang="th-TH">
              <a:cs typeface="Times New Roman" panose="02020603050405020304" pitchFamily="18" charset="0"/>
            </a:endParaRPr>
          </a:p>
          <a:p>
            <a:r>
              <a:rPr lang="en-US" altLang="th-TH">
                <a:cs typeface="Times New Roman" panose="02020603050405020304" pitchFamily="18" charset="0"/>
              </a:rPr>
              <a:t>                    </a:t>
            </a:r>
            <a:r>
              <a:rPr lang="en-US" altLang="th-TH" i="1">
                <a:cs typeface="Times New Roman" panose="02020603050405020304" pitchFamily="18" charset="0"/>
              </a:rPr>
              <a:t>c            n</a:t>
            </a:r>
            <a:r>
              <a:rPr lang="en-US" altLang="th-TH" baseline="-25000">
                <a:cs typeface="Times New Roman" panose="02020603050405020304" pitchFamily="18" charset="0"/>
              </a:rPr>
              <a:t>0</a:t>
            </a:r>
            <a:endParaRPr lang="en-US" altLang="th-TH">
              <a:cs typeface="Times New Roman" panose="02020603050405020304" pitchFamily="18" charset="0"/>
            </a:endParaRPr>
          </a:p>
          <a:p>
            <a:r>
              <a:rPr lang="en-US" altLang="th-TH">
                <a:cs typeface="Times New Roman" panose="02020603050405020304" pitchFamily="18" charset="0"/>
              </a:rPr>
              <a:t>5</a:t>
            </a:r>
            <a:r>
              <a:rPr lang="en-US" altLang="th-TH" i="1">
                <a:cs typeface="Times New Roman" panose="02020603050405020304" pitchFamily="18" charset="0"/>
              </a:rPr>
              <a:t>n</a:t>
            </a:r>
            <a:r>
              <a:rPr lang="en-US" altLang="th-TH">
                <a:cs typeface="Times New Roman" panose="02020603050405020304" pitchFamily="18" charset="0"/>
              </a:rPr>
              <a:t>+20 is O(10</a:t>
            </a:r>
            <a:r>
              <a:rPr lang="en-US" altLang="th-TH" i="1">
                <a:cs typeface="Times New Roman" panose="02020603050405020304" pitchFamily="18" charset="0"/>
              </a:rPr>
              <a:t>n</a:t>
            </a:r>
            <a:r>
              <a:rPr lang="en-US" altLang="th-TH">
                <a:cs typeface="Times New Roman" panose="02020603050405020304" pitchFamily="18" charset="0"/>
              </a:rPr>
              <a:t>)</a:t>
            </a:r>
          </a:p>
          <a:p>
            <a:r>
              <a:rPr lang="en-US" altLang="th-TH">
                <a:cs typeface="Times New Roman" panose="02020603050405020304" pitchFamily="18" charset="0"/>
              </a:rPr>
              <a:t>since 5</a:t>
            </a:r>
            <a:r>
              <a:rPr lang="en-US" altLang="th-TH" i="1">
                <a:cs typeface="Times New Roman" panose="02020603050405020304" pitchFamily="18" charset="0"/>
              </a:rPr>
              <a:t>n</a:t>
            </a:r>
            <a:r>
              <a:rPr lang="en-US" altLang="th-TH">
                <a:cs typeface="Times New Roman" panose="02020603050405020304" pitchFamily="18" charset="0"/>
              </a:rPr>
              <a:t>+20 </a:t>
            </a:r>
            <a:r>
              <a:rPr lang="en-US" altLang="th-TH">
                <a:latin typeface="Lucida Grande"/>
                <a:cs typeface="Times New Roman" panose="02020603050405020304" pitchFamily="18" charset="0"/>
              </a:rPr>
              <a:t>≤</a:t>
            </a:r>
            <a:r>
              <a:rPr lang="en-US" altLang="th-TH">
                <a:cs typeface="Times New Roman" panose="02020603050405020304" pitchFamily="18" charset="0"/>
              </a:rPr>
              <a:t> 10 </a:t>
            </a:r>
            <a:r>
              <a:rPr lang="en-US" altLang="th-TH" i="1">
                <a:cs typeface="Times New Roman" panose="02020603050405020304" pitchFamily="18" charset="0"/>
              </a:rPr>
              <a:t>n </a:t>
            </a:r>
            <a:r>
              <a:rPr lang="en-US" altLang="th-TH">
                <a:cs typeface="Times New Roman" panose="02020603050405020304" pitchFamily="18" charset="0"/>
              </a:rPr>
              <a:t>for </a:t>
            </a:r>
            <a:r>
              <a:rPr lang="en-US" altLang="th-TH" i="1">
                <a:cs typeface="Times New Roman" panose="02020603050405020304" pitchFamily="18" charset="0"/>
              </a:rPr>
              <a:t>n </a:t>
            </a:r>
            <a:r>
              <a:rPr lang="en-US" altLang="th-TH" i="1">
                <a:latin typeface="Lucida Grande"/>
                <a:cs typeface="Times New Roman" panose="02020603050405020304" pitchFamily="18" charset="0"/>
              </a:rPr>
              <a:t>≥</a:t>
            </a:r>
            <a:r>
              <a:rPr lang="en-US" altLang="th-TH" i="1">
                <a:cs typeface="Times New Roman" panose="02020603050405020304" pitchFamily="18" charset="0"/>
              </a:rPr>
              <a:t> </a:t>
            </a:r>
            <a:r>
              <a:rPr lang="en-US" altLang="th-TH">
                <a:cs typeface="Times New Roman" panose="02020603050405020304" pitchFamily="18" charset="0"/>
              </a:rPr>
              <a:t>4</a:t>
            </a:r>
          </a:p>
          <a:p>
            <a:endParaRPr lang="en-US" altLang="th-TH" i="1">
              <a:cs typeface="Times New Roman" panose="02020603050405020304" pitchFamily="18" charset="0"/>
            </a:endParaRPr>
          </a:p>
          <a:p>
            <a:r>
              <a:rPr lang="en-US" altLang="th-TH" i="1">
                <a:cs typeface="Times New Roman" panose="02020603050405020304" pitchFamily="18" charset="0"/>
              </a:rPr>
              <a:t>                         c            n</a:t>
            </a:r>
            <a:r>
              <a:rPr lang="en-US" altLang="th-TH" baseline="-25000">
                <a:cs typeface="Times New Roman" panose="02020603050405020304" pitchFamily="18" charset="0"/>
              </a:rPr>
              <a:t>0</a:t>
            </a:r>
            <a:endParaRPr lang="en-US" altLang="th-TH">
              <a:cs typeface="Times New Roman" panose="02020603050405020304" pitchFamily="18" charset="0"/>
            </a:endParaRPr>
          </a:p>
          <a:p>
            <a:endParaRPr lang="en-US" altLang="th-TH">
              <a:cs typeface="Times New Roman" panose="02020603050405020304" pitchFamily="18" charset="0"/>
            </a:endParaRPr>
          </a:p>
          <a:p>
            <a:endParaRPr lang="en-US" altLang="th-TH">
              <a:cs typeface="Times New Roman" panose="02020603050405020304" pitchFamily="18" charset="0"/>
            </a:endParaRPr>
          </a:p>
          <a:p>
            <a:endParaRPr lang="en-US" altLang="th-TH"/>
          </a:p>
        </p:txBody>
      </p:sp>
      <p:sp>
        <p:nvSpPr>
          <p:cNvPr id="76805" name="Line 4"/>
          <p:cNvSpPr>
            <a:spLocks noChangeShapeType="1"/>
          </p:cNvSpPr>
          <p:nvPr/>
        </p:nvSpPr>
        <p:spPr bwMode="auto">
          <a:xfrm flipH="1" flipV="1">
            <a:off x="1852613" y="6376988"/>
            <a:ext cx="0" cy="334962"/>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th-TH"/>
          </a:p>
        </p:txBody>
      </p:sp>
      <p:sp>
        <p:nvSpPr>
          <p:cNvPr id="76806" name="Line 5"/>
          <p:cNvSpPr>
            <a:spLocks noChangeShapeType="1"/>
          </p:cNvSpPr>
          <p:nvPr/>
        </p:nvSpPr>
        <p:spPr bwMode="auto">
          <a:xfrm flipV="1">
            <a:off x="2366963" y="6335713"/>
            <a:ext cx="220662" cy="4064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th-TH"/>
          </a:p>
        </p:txBody>
      </p:sp>
      <p:sp>
        <p:nvSpPr>
          <p:cNvPr id="76807" name="Line 6"/>
          <p:cNvSpPr>
            <a:spLocks noChangeShapeType="1"/>
          </p:cNvSpPr>
          <p:nvPr/>
        </p:nvSpPr>
        <p:spPr bwMode="auto">
          <a:xfrm flipH="1" flipV="1">
            <a:off x="2006600" y="7381875"/>
            <a:ext cx="0" cy="33655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th-TH"/>
          </a:p>
        </p:txBody>
      </p:sp>
      <p:sp>
        <p:nvSpPr>
          <p:cNvPr id="76808" name="Line 7"/>
          <p:cNvSpPr>
            <a:spLocks noChangeShapeType="1"/>
          </p:cNvSpPr>
          <p:nvPr/>
        </p:nvSpPr>
        <p:spPr bwMode="auto">
          <a:xfrm flipV="1">
            <a:off x="2624138" y="7381875"/>
            <a:ext cx="76200" cy="33655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th-TH"/>
          </a:p>
        </p:txBody>
      </p:sp>
    </p:spTree>
    <p:extLst>
      <p:ext uri="{BB962C8B-B14F-4D97-AF65-F5344CB8AC3E}">
        <p14:creationId xmlns:p14="http://schemas.microsoft.com/office/powerpoint/2010/main" val="369236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p:txBody>
          <a:bodyPr/>
          <a:lstStyle>
            <a:lvl1pPr defTabSz="966788" eaLnBrk="0" hangingPunct="0">
              <a:defRPr sz="2400">
                <a:solidFill>
                  <a:schemeClr val="tx1"/>
                </a:solidFill>
                <a:latin typeface="Times New Roman" panose="02020603050405020304" pitchFamily="18" charset="0"/>
                <a:cs typeface="Arial" panose="020B0604020202020204" pitchFamily="34" charset="0"/>
              </a:defRPr>
            </a:lvl1pPr>
            <a:lvl2pPr marL="742950" indent="-285750" defTabSz="966788" eaLnBrk="0" hangingPunct="0">
              <a:defRPr sz="2400">
                <a:solidFill>
                  <a:schemeClr val="tx1"/>
                </a:solidFill>
                <a:latin typeface="Times New Roman" panose="02020603050405020304" pitchFamily="18" charset="0"/>
                <a:cs typeface="Arial" panose="020B0604020202020204" pitchFamily="34" charset="0"/>
              </a:defRPr>
            </a:lvl2pPr>
            <a:lvl3pPr marL="1143000" indent="-228600" defTabSz="966788" eaLnBrk="0" hangingPunct="0">
              <a:defRPr sz="2400">
                <a:solidFill>
                  <a:schemeClr val="tx1"/>
                </a:solidFill>
                <a:latin typeface="Times New Roman" panose="02020603050405020304" pitchFamily="18" charset="0"/>
                <a:cs typeface="Arial" panose="020B0604020202020204" pitchFamily="34" charset="0"/>
              </a:defRPr>
            </a:lvl3pPr>
            <a:lvl4pPr marL="1600200" indent="-228600" defTabSz="966788" eaLnBrk="0" hangingPunct="0">
              <a:defRPr sz="2400">
                <a:solidFill>
                  <a:schemeClr val="tx1"/>
                </a:solidFill>
                <a:latin typeface="Times New Roman" panose="02020603050405020304" pitchFamily="18" charset="0"/>
                <a:cs typeface="Arial" panose="020B0604020202020204" pitchFamily="34" charset="0"/>
              </a:defRPr>
            </a:lvl4pPr>
            <a:lvl5pPr marL="2057400" indent="-228600" defTabSz="966788" eaLnBrk="0" hangingPunct="0">
              <a:defRPr sz="2400">
                <a:solidFill>
                  <a:schemeClr val="tx1"/>
                </a:solidFill>
                <a:latin typeface="Times New Roman" panose="02020603050405020304" pitchFamily="18"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0EE45238-833A-4E6A-ABE1-427E1F10D33F}" type="slidenum">
              <a:rPr lang="en-US" altLang="th-TH" sz="1200"/>
              <a:pPr/>
              <a:t>22</a:t>
            </a:fld>
            <a:endParaRPr lang="en-US" altLang="th-TH" sz="1200"/>
          </a:p>
        </p:txBody>
      </p:sp>
      <p:sp>
        <p:nvSpPr>
          <p:cNvPr id="77827" name="Rectangle 2"/>
          <p:cNvSpPr>
            <a:spLocks noGrp="1" noRot="1" noChangeAspect="1" noChangeArrowheads="1" noTextEdit="1"/>
          </p:cNvSpPr>
          <p:nvPr>
            <p:ph type="sldImg"/>
          </p:nvPr>
        </p:nvSpPr>
        <p:spPr>
          <a:xfrm>
            <a:off x="990600" y="754063"/>
            <a:ext cx="5118100" cy="3838575"/>
          </a:xfrm>
          <a:ln/>
        </p:spPr>
      </p:sp>
      <p:sp>
        <p:nvSpPr>
          <p:cNvPr id="7782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en-US" altLang="th-TH">
                <a:cs typeface="Times New Roman" panose="02020603050405020304" pitchFamily="18" charset="0"/>
              </a:rPr>
              <a:t>Examples:</a:t>
            </a:r>
          </a:p>
          <a:p>
            <a:r>
              <a:rPr lang="en-US" altLang="th-TH">
                <a:cs typeface="Times New Roman" panose="02020603050405020304" pitchFamily="18" charset="0"/>
              </a:rPr>
              <a:t> 10</a:t>
            </a:r>
            <a:r>
              <a:rPr lang="en-US" altLang="th-TH" i="1">
                <a:cs typeface="Times New Roman" panose="02020603050405020304" pitchFamily="18" charset="0"/>
              </a:rPr>
              <a:t>n</a:t>
            </a:r>
            <a:r>
              <a:rPr lang="en-US" altLang="th-TH">
                <a:cs typeface="Times New Roman" panose="02020603050405020304" pitchFamily="18" charset="0"/>
              </a:rPr>
              <a:t> is O(</a:t>
            </a:r>
            <a:r>
              <a:rPr lang="en-US" altLang="th-TH" i="1">
                <a:cs typeface="Times New Roman" panose="02020603050405020304" pitchFamily="18" charset="0"/>
              </a:rPr>
              <a:t>n</a:t>
            </a:r>
            <a:r>
              <a:rPr lang="en-US" altLang="th-TH" baseline="30000">
                <a:cs typeface="Times New Roman" panose="02020603050405020304" pitchFamily="18" charset="0"/>
              </a:rPr>
              <a:t>2</a:t>
            </a:r>
            <a:r>
              <a:rPr lang="en-US" altLang="th-TH">
                <a:cs typeface="Times New Roman" panose="02020603050405020304" pitchFamily="18" charset="0"/>
              </a:rPr>
              <a:t>)</a:t>
            </a:r>
          </a:p>
          <a:p>
            <a:r>
              <a:rPr lang="en-US" altLang="th-TH">
                <a:cs typeface="Times New Roman" panose="02020603050405020304" pitchFamily="18" charset="0"/>
              </a:rPr>
              <a:t>since 10</a:t>
            </a:r>
            <a:r>
              <a:rPr lang="en-US" altLang="th-TH" i="1">
                <a:cs typeface="Times New Roman" panose="02020603050405020304" pitchFamily="18" charset="0"/>
              </a:rPr>
              <a:t>n</a:t>
            </a:r>
            <a:r>
              <a:rPr lang="en-US" altLang="th-TH">
                <a:cs typeface="Times New Roman" panose="02020603050405020304" pitchFamily="18" charset="0"/>
              </a:rPr>
              <a:t> </a:t>
            </a:r>
            <a:r>
              <a:rPr lang="en-US" altLang="th-TH">
                <a:latin typeface="Lucida Grande"/>
                <a:cs typeface="Times New Roman" panose="02020603050405020304" pitchFamily="18" charset="0"/>
              </a:rPr>
              <a:t>≤</a:t>
            </a:r>
            <a:r>
              <a:rPr lang="en-US" altLang="th-TH">
                <a:cs typeface="Times New Roman" panose="02020603050405020304" pitchFamily="18" charset="0"/>
              </a:rPr>
              <a:t> 10</a:t>
            </a:r>
            <a:r>
              <a:rPr lang="en-US" altLang="th-TH" i="1">
                <a:cs typeface="Times New Roman" panose="02020603050405020304" pitchFamily="18" charset="0"/>
              </a:rPr>
              <a:t>n</a:t>
            </a:r>
            <a:r>
              <a:rPr lang="en-US" altLang="th-TH" baseline="30000">
                <a:cs typeface="Times New Roman" panose="02020603050405020304" pitchFamily="18" charset="0"/>
              </a:rPr>
              <a:t>2</a:t>
            </a:r>
            <a:r>
              <a:rPr lang="en-US" altLang="th-TH">
                <a:cs typeface="Times New Roman" panose="02020603050405020304" pitchFamily="18" charset="0"/>
              </a:rPr>
              <a:t>  for </a:t>
            </a:r>
            <a:r>
              <a:rPr lang="en-US" altLang="th-TH" i="1">
                <a:cs typeface="Times New Roman" panose="02020603050405020304" pitchFamily="18" charset="0"/>
              </a:rPr>
              <a:t>n </a:t>
            </a:r>
            <a:r>
              <a:rPr lang="en-US" altLang="th-TH" i="1">
                <a:latin typeface="Lucida Grande"/>
                <a:cs typeface="Times New Roman" panose="02020603050405020304" pitchFamily="18" charset="0"/>
              </a:rPr>
              <a:t>≥</a:t>
            </a:r>
            <a:r>
              <a:rPr lang="en-US" altLang="th-TH" i="1">
                <a:cs typeface="Times New Roman" panose="02020603050405020304" pitchFamily="18" charset="0"/>
              </a:rPr>
              <a:t> </a:t>
            </a:r>
            <a:r>
              <a:rPr lang="en-US" altLang="th-TH">
                <a:cs typeface="Times New Roman" panose="02020603050405020304" pitchFamily="18" charset="0"/>
              </a:rPr>
              <a:t>1  or 10</a:t>
            </a:r>
            <a:r>
              <a:rPr lang="en-US" altLang="th-TH" i="1">
                <a:cs typeface="Times New Roman" panose="02020603050405020304" pitchFamily="18" charset="0"/>
              </a:rPr>
              <a:t>n</a:t>
            </a:r>
            <a:r>
              <a:rPr lang="en-US" altLang="th-TH">
                <a:cs typeface="Times New Roman" panose="02020603050405020304" pitchFamily="18" charset="0"/>
              </a:rPr>
              <a:t> </a:t>
            </a:r>
            <a:r>
              <a:rPr lang="en-US" altLang="th-TH">
                <a:latin typeface="Lucida Grande"/>
                <a:cs typeface="Times New Roman" panose="02020603050405020304" pitchFamily="18" charset="0"/>
              </a:rPr>
              <a:t>≤</a:t>
            </a:r>
            <a:r>
              <a:rPr lang="en-US" altLang="th-TH">
                <a:cs typeface="Times New Roman" panose="02020603050405020304" pitchFamily="18" charset="0"/>
              </a:rPr>
              <a:t> </a:t>
            </a:r>
            <a:r>
              <a:rPr lang="en-US" altLang="th-TH" i="1">
                <a:cs typeface="Times New Roman" panose="02020603050405020304" pitchFamily="18" charset="0"/>
              </a:rPr>
              <a:t>n</a:t>
            </a:r>
            <a:r>
              <a:rPr lang="en-US" altLang="th-TH" baseline="30000">
                <a:cs typeface="Times New Roman" panose="02020603050405020304" pitchFamily="18" charset="0"/>
              </a:rPr>
              <a:t>2  </a:t>
            </a:r>
            <a:r>
              <a:rPr lang="en-US" altLang="th-TH">
                <a:cs typeface="Times New Roman" panose="02020603050405020304" pitchFamily="18" charset="0"/>
              </a:rPr>
              <a:t>for </a:t>
            </a:r>
            <a:r>
              <a:rPr lang="en-US" altLang="th-TH" i="1">
                <a:cs typeface="Times New Roman" panose="02020603050405020304" pitchFamily="18" charset="0"/>
              </a:rPr>
              <a:t>n </a:t>
            </a:r>
            <a:r>
              <a:rPr lang="en-US" altLang="th-TH" i="1">
                <a:latin typeface="Lucida Grande"/>
                <a:cs typeface="Times New Roman" panose="02020603050405020304" pitchFamily="18" charset="0"/>
              </a:rPr>
              <a:t>≥</a:t>
            </a:r>
            <a:r>
              <a:rPr lang="en-US" altLang="th-TH" i="1">
                <a:cs typeface="Times New Roman" panose="02020603050405020304" pitchFamily="18" charset="0"/>
              </a:rPr>
              <a:t> </a:t>
            </a:r>
            <a:r>
              <a:rPr lang="en-US" altLang="th-TH">
                <a:cs typeface="Times New Roman" panose="02020603050405020304" pitchFamily="18" charset="0"/>
              </a:rPr>
              <a:t>10 </a:t>
            </a:r>
          </a:p>
          <a:p>
            <a:endParaRPr lang="en-US" altLang="th-TH">
              <a:cs typeface="Times New Roman" panose="02020603050405020304" pitchFamily="18" charset="0"/>
            </a:endParaRPr>
          </a:p>
          <a:p>
            <a:r>
              <a:rPr lang="en-US" altLang="th-TH">
                <a:cs typeface="Times New Roman" panose="02020603050405020304" pitchFamily="18" charset="0"/>
              </a:rPr>
              <a:t>                    </a:t>
            </a:r>
            <a:r>
              <a:rPr lang="en-US" altLang="th-TH" i="1">
                <a:cs typeface="Times New Roman" panose="02020603050405020304" pitchFamily="18" charset="0"/>
              </a:rPr>
              <a:t>c            n</a:t>
            </a:r>
            <a:r>
              <a:rPr lang="en-US" altLang="th-TH" baseline="-25000">
                <a:cs typeface="Times New Roman" panose="02020603050405020304" pitchFamily="18" charset="0"/>
              </a:rPr>
              <a:t>0</a:t>
            </a:r>
            <a:endParaRPr lang="en-US" altLang="th-TH">
              <a:cs typeface="Times New Roman" panose="02020603050405020304" pitchFamily="18" charset="0"/>
            </a:endParaRPr>
          </a:p>
          <a:p>
            <a:r>
              <a:rPr lang="en-US" altLang="th-TH">
                <a:cs typeface="Times New Roman" panose="02020603050405020304" pitchFamily="18" charset="0"/>
              </a:rPr>
              <a:t>5</a:t>
            </a:r>
            <a:r>
              <a:rPr lang="en-US" altLang="th-TH" i="1">
                <a:cs typeface="Times New Roman" panose="02020603050405020304" pitchFamily="18" charset="0"/>
              </a:rPr>
              <a:t>n</a:t>
            </a:r>
            <a:r>
              <a:rPr lang="en-US" altLang="th-TH">
                <a:cs typeface="Times New Roman" panose="02020603050405020304" pitchFamily="18" charset="0"/>
              </a:rPr>
              <a:t>+20 is O(10</a:t>
            </a:r>
            <a:r>
              <a:rPr lang="en-US" altLang="th-TH" i="1">
                <a:cs typeface="Times New Roman" panose="02020603050405020304" pitchFamily="18" charset="0"/>
              </a:rPr>
              <a:t>n</a:t>
            </a:r>
            <a:r>
              <a:rPr lang="en-US" altLang="th-TH">
                <a:cs typeface="Times New Roman" panose="02020603050405020304" pitchFamily="18" charset="0"/>
              </a:rPr>
              <a:t>)</a:t>
            </a:r>
          </a:p>
          <a:p>
            <a:r>
              <a:rPr lang="en-US" altLang="th-TH">
                <a:cs typeface="Times New Roman" panose="02020603050405020304" pitchFamily="18" charset="0"/>
              </a:rPr>
              <a:t>since 5</a:t>
            </a:r>
            <a:r>
              <a:rPr lang="en-US" altLang="th-TH" i="1">
                <a:cs typeface="Times New Roman" panose="02020603050405020304" pitchFamily="18" charset="0"/>
              </a:rPr>
              <a:t>n</a:t>
            </a:r>
            <a:r>
              <a:rPr lang="en-US" altLang="th-TH">
                <a:cs typeface="Times New Roman" panose="02020603050405020304" pitchFamily="18" charset="0"/>
              </a:rPr>
              <a:t>+20 </a:t>
            </a:r>
            <a:r>
              <a:rPr lang="en-US" altLang="th-TH">
                <a:latin typeface="Lucida Grande"/>
                <a:cs typeface="Times New Roman" panose="02020603050405020304" pitchFamily="18" charset="0"/>
              </a:rPr>
              <a:t>≤</a:t>
            </a:r>
            <a:r>
              <a:rPr lang="en-US" altLang="th-TH">
                <a:cs typeface="Times New Roman" panose="02020603050405020304" pitchFamily="18" charset="0"/>
              </a:rPr>
              <a:t> 10 </a:t>
            </a:r>
            <a:r>
              <a:rPr lang="en-US" altLang="th-TH" i="1">
                <a:cs typeface="Times New Roman" panose="02020603050405020304" pitchFamily="18" charset="0"/>
              </a:rPr>
              <a:t>n </a:t>
            </a:r>
            <a:r>
              <a:rPr lang="en-US" altLang="th-TH">
                <a:cs typeface="Times New Roman" panose="02020603050405020304" pitchFamily="18" charset="0"/>
              </a:rPr>
              <a:t>for </a:t>
            </a:r>
            <a:r>
              <a:rPr lang="en-US" altLang="th-TH" i="1">
                <a:cs typeface="Times New Roman" panose="02020603050405020304" pitchFamily="18" charset="0"/>
              </a:rPr>
              <a:t>n </a:t>
            </a:r>
            <a:r>
              <a:rPr lang="en-US" altLang="th-TH" i="1">
                <a:latin typeface="Lucida Grande"/>
                <a:cs typeface="Times New Roman" panose="02020603050405020304" pitchFamily="18" charset="0"/>
              </a:rPr>
              <a:t>≥</a:t>
            </a:r>
            <a:r>
              <a:rPr lang="en-US" altLang="th-TH" i="1">
                <a:cs typeface="Times New Roman" panose="02020603050405020304" pitchFamily="18" charset="0"/>
              </a:rPr>
              <a:t> </a:t>
            </a:r>
            <a:r>
              <a:rPr lang="en-US" altLang="th-TH">
                <a:cs typeface="Times New Roman" panose="02020603050405020304" pitchFamily="18" charset="0"/>
              </a:rPr>
              <a:t>4</a:t>
            </a:r>
          </a:p>
          <a:p>
            <a:endParaRPr lang="en-US" altLang="th-TH" i="1">
              <a:cs typeface="Times New Roman" panose="02020603050405020304" pitchFamily="18" charset="0"/>
            </a:endParaRPr>
          </a:p>
          <a:p>
            <a:r>
              <a:rPr lang="en-US" altLang="th-TH" i="1">
                <a:cs typeface="Times New Roman" panose="02020603050405020304" pitchFamily="18" charset="0"/>
              </a:rPr>
              <a:t>                         c            n</a:t>
            </a:r>
            <a:r>
              <a:rPr lang="en-US" altLang="th-TH" baseline="-25000">
                <a:cs typeface="Times New Roman" panose="02020603050405020304" pitchFamily="18" charset="0"/>
              </a:rPr>
              <a:t>0</a:t>
            </a:r>
            <a:endParaRPr lang="en-US" altLang="th-TH">
              <a:cs typeface="Times New Roman" panose="02020603050405020304" pitchFamily="18" charset="0"/>
            </a:endParaRPr>
          </a:p>
          <a:p>
            <a:endParaRPr lang="en-US" altLang="th-TH">
              <a:cs typeface="Times New Roman" panose="02020603050405020304" pitchFamily="18" charset="0"/>
            </a:endParaRPr>
          </a:p>
          <a:p>
            <a:endParaRPr lang="en-US" altLang="th-TH">
              <a:cs typeface="Times New Roman" panose="02020603050405020304" pitchFamily="18" charset="0"/>
            </a:endParaRPr>
          </a:p>
          <a:p>
            <a:endParaRPr lang="en-US" altLang="th-TH"/>
          </a:p>
        </p:txBody>
      </p:sp>
      <p:sp>
        <p:nvSpPr>
          <p:cNvPr id="77829" name="Line 4"/>
          <p:cNvSpPr>
            <a:spLocks noChangeShapeType="1"/>
          </p:cNvSpPr>
          <p:nvPr/>
        </p:nvSpPr>
        <p:spPr bwMode="auto">
          <a:xfrm flipH="1" flipV="1">
            <a:off x="1852613" y="6376988"/>
            <a:ext cx="0" cy="334962"/>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th-TH"/>
          </a:p>
        </p:txBody>
      </p:sp>
      <p:sp>
        <p:nvSpPr>
          <p:cNvPr id="77830" name="Line 5"/>
          <p:cNvSpPr>
            <a:spLocks noChangeShapeType="1"/>
          </p:cNvSpPr>
          <p:nvPr/>
        </p:nvSpPr>
        <p:spPr bwMode="auto">
          <a:xfrm flipV="1">
            <a:off x="2366963" y="6335713"/>
            <a:ext cx="220662" cy="40640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th-TH"/>
          </a:p>
        </p:txBody>
      </p:sp>
      <p:sp>
        <p:nvSpPr>
          <p:cNvPr id="77831" name="Line 6"/>
          <p:cNvSpPr>
            <a:spLocks noChangeShapeType="1"/>
          </p:cNvSpPr>
          <p:nvPr/>
        </p:nvSpPr>
        <p:spPr bwMode="auto">
          <a:xfrm flipH="1" flipV="1">
            <a:off x="2006600" y="7381875"/>
            <a:ext cx="0" cy="33655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th-TH"/>
          </a:p>
        </p:txBody>
      </p:sp>
      <p:sp>
        <p:nvSpPr>
          <p:cNvPr id="77832" name="Line 7"/>
          <p:cNvSpPr>
            <a:spLocks noChangeShapeType="1"/>
          </p:cNvSpPr>
          <p:nvPr/>
        </p:nvSpPr>
        <p:spPr bwMode="auto">
          <a:xfrm flipV="1">
            <a:off x="2624138" y="7381875"/>
            <a:ext cx="76200" cy="336550"/>
          </a:xfrm>
          <a:prstGeom prst="line">
            <a:avLst/>
          </a:prstGeom>
          <a:noFill/>
          <a:ln w="12700">
            <a:solidFill>
              <a:srgbClr val="FF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th-TH"/>
          </a:p>
        </p:txBody>
      </p:sp>
    </p:spTree>
    <p:extLst>
      <p:ext uri="{BB962C8B-B14F-4D97-AF65-F5344CB8AC3E}">
        <p14:creationId xmlns:p14="http://schemas.microsoft.com/office/powerpoint/2010/main" val="12725256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6212C0-2D91-46D5-B323-6DBBC6645169}" type="slidenum">
              <a:rPr lang="en-US" altLang="th-TH"/>
              <a:pPr/>
              <a:t>24</a:t>
            </a:fld>
            <a:endParaRPr lang="en-US" altLang="th-TH"/>
          </a:p>
        </p:txBody>
      </p:sp>
      <p:sp>
        <p:nvSpPr>
          <p:cNvPr id="273410" name="Rectangle 2"/>
          <p:cNvSpPr>
            <a:spLocks noGrp="1" noRot="1" noChangeAspect="1" noChangeArrowheads="1" noTextEdit="1"/>
          </p:cNvSpPr>
          <p:nvPr>
            <p:ph type="sldImg"/>
          </p:nvPr>
        </p:nvSpPr>
        <p:spPr>
          <a:xfrm>
            <a:off x="1257300" y="708025"/>
            <a:ext cx="4800600" cy="3600450"/>
          </a:xfrm>
          <a:ln/>
        </p:spPr>
      </p:sp>
      <p:sp>
        <p:nvSpPr>
          <p:cNvPr id="273411"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31809936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7D56F8-7AFF-45EA-BA8D-54EFB34D8C66}" type="slidenum">
              <a:rPr lang="en-US" altLang="th-TH"/>
              <a:pPr/>
              <a:t>26</a:t>
            </a:fld>
            <a:endParaRPr lang="en-US" altLang="th-TH"/>
          </a:p>
        </p:txBody>
      </p:sp>
      <p:sp>
        <p:nvSpPr>
          <p:cNvPr id="364546" name="Rectangle 2"/>
          <p:cNvSpPr>
            <a:spLocks noGrp="1" noRot="1" noChangeAspect="1" noChangeArrowheads="1" noTextEdit="1"/>
          </p:cNvSpPr>
          <p:nvPr>
            <p:ph type="sldImg"/>
          </p:nvPr>
        </p:nvSpPr>
        <p:spPr>
          <a:ln/>
        </p:spPr>
      </p:sp>
      <p:sp>
        <p:nvSpPr>
          <p:cNvPr id="364547"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762896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9FDB778-4650-4393-8B12-A55B4C2B1B6A}" type="slidenum">
              <a:rPr lang="en-US" altLang="th-TH"/>
              <a:pPr/>
              <a:t>27</a:t>
            </a:fld>
            <a:endParaRPr lang="en-US" altLang="th-TH"/>
          </a:p>
        </p:txBody>
      </p:sp>
      <p:sp>
        <p:nvSpPr>
          <p:cNvPr id="365570" name="Rectangle 2"/>
          <p:cNvSpPr>
            <a:spLocks noGrp="1" noRot="1" noChangeAspect="1" noChangeArrowheads="1" noTextEdit="1"/>
          </p:cNvSpPr>
          <p:nvPr>
            <p:ph type="sldImg"/>
          </p:nvPr>
        </p:nvSpPr>
        <p:spPr>
          <a:ln/>
        </p:spPr>
      </p:sp>
      <p:sp>
        <p:nvSpPr>
          <p:cNvPr id="365571"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15753405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77B444-6F59-41F4-A1A0-2480EAB7378D}" type="slidenum">
              <a:rPr lang="en-US" altLang="th-TH"/>
              <a:pPr/>
              <a:t>28</a:t>
            </a:fld>
            <a:endParaRPr lang="en-US" altLang="th-TH"/>
          </a:p>
        </p:txBody>
      </p:sp>
      <p:sp>
        <p:nvSpPr>
          <p:cNvPr id="366594" name="Rectangle 2"/>
          <p:cNvSpPr>
            <a:spLocks noGrp="1" noRot="1" noChangeAspect="1" noChangeArrowheads="1" noTextEdit="1"/>
          </p:cNvSpPr>
          <p:nvPr>
            <p:ph type="sldImg"/>
          </p:nvPr>
        </p:nvSpPr>
        <p:spPr>
          <a:ln/>
        </p:spPr>
      </p:sp>
      <p:sp>
        <p:nvSpPr>
          <p:cNvPr id="366595"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9022091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5C21CF-2DDB-477A-A83F-C932A332DFA7}" type="slidenum">
              <a:rPr lang="en-US" altLang="th-TH"/>
              <a:pPr/>
              <a:t>29</a:t>
            </a:fld>
            <a:endParaRPr lang="en-US" altLang="th-TH"/>
          </a:p>
        </p:txBody>
      </p:sp>
      <p:sp>
        <p:nvSpPr>
          <p:cNvPr id="367618" name="Rectangle 2"/>
          <p:cNvSpPr>
            <a:spLocks noGrp="1" noRot="1" noChangeAspect="1" noChangeArrowheads="1" noTextEdit="1"/>
          </p:cNvSpPr>
          <p:nvPr>
            <p:ph type="sldImg"/>
          </p:nvPr>
        </p:nvSpPr>
        <p:spPr>
          <a:ln/>
        </p:spPr>
      </p:sp>
      <p:sp>
        <p:nvSpPr>
          <p:cNvPr id="367619"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14802839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61F93D-B65C-43DA-9A9D-65EBDA499249}" type="slidenum">
              <a:rPr lang="en-US" altLang="th-TH"/>
              <a:pPr/>
              <a:t>30</a:t>
            </a:fld>
            <a:endParaRPr lang="en-US" altLang="th-TH"/>
          </a:p>
        </p:txBody>
      </p:sp>
      <p:sp>
        <p:nvSpPr>
          <p:cNvPr id="245762" name="Rectangle 2"/>
          <p:cNvSpPr>
            <a:spLocks noGrp="1" noRot="1" noChangeAspect="1" noChangeArrowheads="1" noTextEdit="1"/>
          </p:cNvSpPr>
          <p:nvPr>
            <p:ph type="sldImg"/>
          </p:nvPr>
        </p:nvSpPr>
        <p:spPr>
          <a:ln/>
        </p:spPr>
      </p:sp>
      <p:sp>
        <p:nvSpPr>
          <p:cNvPr id="245763"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33947635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3D5EB8-BD64-4ED2-A704-8BB7DBD1E9F6}" type="slidenum">
              <a:rPr lang="en-US" altLang="th-TH"/>
              <a:pPr/>
              <a:t>32</a:t>
            </a:fld>
            <a:endParaRPr lang="en-US" altLang="th-TH"/>
          </a:p>
        </p:txBody>
      </p:sp>
      <p:sp>
        <p:nvSpPr>
          <p:cNvPr id="368642" name="Rectangle 2"/>
          <p:cNvSpPr>
            <a:spLocks noGrp="1" noRot="1" noChangeAspect="1" noChangeArrowheads="1" noTextEdit="1"/>
          </p:cNvSpPr>
          <p:nvPr>
            <p:ph type="sldImg"/>
          </p:nvPr>
        </p:nvSpPr>
        <p:spPr>
          <a:ln/>
        </p:spPr>
      </p:sp>
      <p:sp>
        <p:nvSpPr>
          <p:cNvPr id="368643"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40154145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r>
              <a:rPr lang="en-US" altLang="th-TH"/>
              <a:t>Arragement: 5-character words:  26*26*26*26*26</a:t>
            </a:r>
          </a:p>
          <a:p>
            <a:r>
              <a:rPr lang="en-US" altLang="th-TH"/>
              <a:t>Permutation: 5-character words without repetition of the same character: 26*25*24*23*22</a:t>
            </a:r>
          </a:p>
          <a:p>
            <a:r>
              <a:rPr lang="en-US" altLang="th-TH"/>
              <a:t>	:  choose class one leader, one secretary, one document guy</a:t>
            </a:r>
          </a:p>
          <a:p>
            <a:r>
              <a:rPr lang="en-US" altLang="th-TH"/>
              <a:t>Combination: pick 5 balls among balls number 1-10,</a:t>
            </a:r>
          </a:p>
          <a:p>
            <a:r>
              <a:rPr lang="en-US" altLang="th-TH"/>
              <a:t>	:choose 3 representatives of Ratburana</a:t>
            </a:r>
          </a:p>
          <a:p>
            <a:r>
              <a:rPr lang="en-US" altLang="th-TH"/>
              <a:t>Combination with repetition</a:t>
            </a:r>
          </a:p>
          <a:p>
            <a:endParaRPr lang="en-US" altLang="th-TH"/>
          </a:p>
          <a:p>
            <a:endParaRPr lang="en-US" altLang="th-TH"/>
          </a:p>
        </p:txBody>
      </p:sp>
      <p:sp>
        <p:nvSpPr>
          <p:cNvPr id="4" name="Slide Number Placeholder 3"/>
          <p:cNvSpPr>
            <a:spLocks noGrp="1"/>
          </p:cNvSpPr>
          <p:nvPr>
            <p:ph type="sldNum" sz="quarter" idx="5"/>
          </p:nvPr>
        </p:nvSpPr>
        <p:spPr/>
        <p:txBody>
          <a:bodyPr/>
          <a:lstStyle>
            <a:lvl1pPr defTabSz="966788" eaLnBrk="0" hangingPunct="0">
              <a:defRPr sz="2400">
                <a:solidFill>
                  <a:schemeClr val="tx1"/>
                </a:solidFill>
                <a:latin typeface="Times New Roman" panose="02020603050405020304" pitchFamily="18" charset="0"/>
                <a:cs typeface="Arial" panose="020B0604020202020204" pitchFamily="34" charset="0"/>
              </a:defRPr>
            </a:lvl1pPr>
            <a:lvl2pPr marL="742950" indent="-285750" defTabSz="966788" eaLnBrk="0" hangingPunct="0">
              <a:defRPr sz="2400">
                <a:solidFill>
                  <a:schemeClr val="tx1"/>
                </a:solidFill>
                <a:latin typeface="Times New Roman" panose="02020603050405020304" pitchFamily="18" charset="0"/>
                <a:cs typeface="Arial" panose="020B0604020202020204" pitchFamily="34" charset="0"/>
              </a:defRPr>
            </a:lvl2pPr>
            <a:lvl3pPr marL="1143000" indent="-228600" defTabSz="966788" eaLnBrk="0" hangingPunct="0">
              <a:defRPr sz="2400">
                <a:solidFill>
                  <a:schemeClr val="tx1"/>
                </a:solidFill>
                <a:latin typeface="Times New Roman" panose="02020603050405020304" pitchFamily="18" charset="0"/>
                <a:cs typeface="Arial" panose="020B0604020202020204" pitchFamily="34" charset="0"/>
              </a:defRPr>
            </a:lvl3pPr>
            <a:lvl4pPr marL="1600200" indent="-228600" defTabSz="966788" eaLnBrk="0" hangingPunct="0">
              <a:defRPr sz="2400">
                <a:solidFill>
                  <a:schemeClr val="tx1"/>
                </a:solidFill>
                <a:latin typeface="Times New Roman" panose="02020603050405020304" pitchFamily="18" charset="0"/>
                <a:cs typeface="Arial" panose="020B0604020202020204" pitchFamily="34" charset="0"/>
              </a:defRPr>
            </a:lvl4pPr>
            <a:lvl5pPr marL="2057400" indent="-228600" defTabSz="966788" eaLnBrk="0" hangingPunct="0">
              <a:defRPr sz="2400">
                <a:solidFill>
                  <a:schemeClr val="tx1"/>
                </a:solidFill>
                <a:latin typeface="Times New Roman" panose="02020603050405020304" pitchFamily="18"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9325474E-393F-40B2-9677-B85121B4FA9D}" type="slidenum">
              <a:rPr lang="en-US" altLang="th-TH" sz="1200"/>
              <a:pPr/>
              <a:t>33</a:t>
            </a:fld>
            <a:endParaRPr lang="en-US" altLang="th-TH" sz="1200"/>
          </a:p>
        </p:txBody>
      </p:sp>
    </p:spTree>
    <p:extLst>
      <p:ext uri="{BB962C8B-B14F-4D97-AF65-F5344CB8AC3E}">
        <p14:creationId xmlns:p14="http://schemas.microsoft.com/office/powerpoint/2010/main" val="122038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374CE60-04B8-4913-B987-83057043A77A}" type="slidenum">
              <a:rPr lang="en-US" altLang="th-TH"/>
              <a:pPr/>
              <a:t>42</a:t>
            </a:fld>
            <a:endParaRPr lang="en-US" altLang="th-TH"/>
          </a:p>
        </p:txBody>
      </p:sp>
      <p:sp>
        <p:nvSpPr>
          <p:cNvPr id="337922" name="Rectangle 2"/>
          <p:cNvSpPr>
            <a:spLocks noGrp="1" noRot="1" noChangeAspect="1" noChangeArrowheads="1" noTextEdit="1"/>
          </p:cNvSpPr>
          <p:nvPr>
            <p:ph type="sldImg"/>
          </p:nvPr>
        </p:nvSpPr>
        <p:spPr>
          <a:xfrm>
            <a:off x="1257300" y="685800"/>
            <a:ext cx="4800600" cy="3600450"/>
          </a:xfrm>
          <a:ln/>
        </p:spPr>
      </p:sp>
      <p:sp>
        <p:nvSpPr>
          <p:cNvPr id="337923"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1742522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324BBD-85F5-428A-8D75-815E2C9D9D66}" type="slidenum">
              <a:rPr lang="en-US" altLang="th-TH"/>
              <a:pPr/>
              <a:t>43</a:t>
            </a:fld>
            <a:endParaRPr lang="en-US" altLang="th-TH"/>
          </a:p>
        </p:txBody>
      </p:sp>
      <p:sp>
        <p:nvSpPr>
          <p:cNvPr id="342018" name="Rectangle 2"/>
          <p:cNvSpPr>
            <a:spLocks noGrp="1" noRot="1" noChangeAspect="1" noChangeArrowheads="1" noTextEdit="1"/>
          </p:cNvSpPr>
          <p:nvPr>
            <p:ph type="sldImg"/>
          </p:nvPr>
        </p:nvSpPr>
        <p:spPr>
          <a:xfrm>
            <a:off x="1257300" y="685800"/>
            <a:ext cx="4800600" cy="3600450"/>
          </a:xfrm>
          <a:ln/>
        </p:spPr>
      </p:sp>
      <p:sp>
        <p:nvSpPr>
          <p:cNvPr id="342019" name="Rectangle 3"/>
          <p:cNvSpPr>
            <a:spLocks noGrp="1" noChangeArrowheads="1"/>
          </p:cNvSpPr>
          <p:nvPr>
            <p:ph type="body" idx="1"/>
          </p:nvPr>
        </p:nvSpPr>
        <p:spPr/>
        <p:txBody>
          <a:bodyPr/>
          <a:lstStyle/>
          <a:p>
            <a:endParaRPr lang="en-US" altLang="th-TH"/>
          </a:p>
          <a:p>
            <a:endParaRPr lang="en-US" altLang="th-TH"/>
          </a:p>
        </p:txBody>
      </p:sp>
    </p:spTree>
    <p:extLst>
      <p:ext uri="{BB962C8B-B14F-4D97-AF65-F5344CB8AC3E}">
        <p14:creationId xmlns:p14="http://schemas.microsoft.com/office/powerpoint/2010/main" val="17095532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7F6EE8-2657-4583-934F-BCEB983286DC}" type="slidenum">
              <a:rPr lang="en-US" altLang="th-TH"/>
              <a:pPr/>
              <a:t>49</a:t>
            </a:fld>
            <a:endParaRPr lang="en-US" altLang="th-TH"/>
          </a:p>
        </p:txBody>
      </p:sp>
      <p:sp>
        <p:nvSpPr>
          <p:cNvPr id="345090" name="Rectangle 2"/>
          <p:cNvSpPr>
            <a:spLocks noGrp="1" noRot="1" noChangeAspect="1" noChangeArrowheads="1" noTextEdit="1"/>
          </p:cNvSpPr>
          <p:nvPr>
            <p:ph type="sldImg"/>
          </p:nvPr>
        </p:nvSpPr>
        <p:spPr>
          <a:xfrm>
            <a:off x="1257300" y="685800"/>
            <a:ext cx="4800600" cy="3600450"/>
          </a:xfrm>
          <a:ln/>
        </p:spPr>
      </p:sp>
      <p:sp>
        <p:nvSpPr>
          <p:cNvPr id="345091"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26123211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D2F266-0DFD-4885-8C9E-0FEAEB308AD6}" type="slidenum">
              <a:rPr lang="en-US" altLang="th-TH"/>
              <a:pPr/>
              <a:t>50</a:t>
            </a:fld>
            <a:endParaRPr lang="en-US" altLang="th-TH"/>
          </a:p>
        </p:txBody>
      </p:sp>
      <p:sp>
        <p:nvSpPr>
          <p:cNvPr id="369666" name="Rectangle 2"/>
          <p:cNvSpPr>
            <a:spLocks noGrp="1" noRot="1" noChangeAspect="1" noChangeArrowheads="1" noTextEdit="1"/>
          </p:cNvSpPr>
          <p:nvPr>
            <p:ph type="sldImg"/>
          </p:nvPr>
        </p:nvSpPr>
        <p:spPr>
          <a:ln/>
        </p:spPr>
      </p:sp>
      <p:sp>
        <p:nvSpPr>
          <p:cNvPr id="369667"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9770839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177A2C-5139-4F61-8A90-A5898452015A}" type="slidenum">
              <a:rPr lang="en-US" altLang="th-TH"/>
              <a:pPr/>
              <a:t>51</a:t>
            </a:fld>
            <a:endParaRPr lang="en-US" altLang="th-TH"/>
          </a:p>
        </p:txBody>
      </p:sp>
      <p:sp>
        <p:nvSpPr>
          <p:cNvPr id="370690" name="Rectangle 2"/>
          <p:cNvSpPr>
            <a:spLocks noGrp="1" noRot="1" noChangeAspect="1" noChangeArrowheads="1" noTextEdit="1"/>
          </p:cNvSpPr>
          <p:nvPr>
            <p:ph type="sldImg"/>
          </p:nvPr>
        </p:nvSpPr>
        <p:spPr>
          <a:ln/>
        </p:spPr>
      </p:sp>
      <p:sp>
        <p:nvSpPr>
          <p:cNvPr id="370691"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30916537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540CAA-088E-47E9-AF27-B7E75519D373}" type="slidenum">
              <a:rPr lang="en-US" altLang="th-TH"/>
              <a:pPr/>
              <a:t>52</a:t>
            </a:fld>
            <a:endParaRPr lang="en-US" altLang="th-TH"/>
          </a:p>
        </p:txBody>
      </p:sp>
      <p:sp>
        <p:nvSpPr>
          <p:cNvPr id="371714" name="Rectangle 2"/>
          <p:cNvSpPr>
            <a:spLocks noGrp="1" noRot="1" noChangeAspect="1" noChangeArrowheads="1" noTextEdit="1"/>
          </p:cNvSpPr>
          <p:nvPr>
            <p:ph type="sldImg"/>
          </p:nvPr>
        </p:nvSpPr>
        <p:spPr>
          <a:ln/>
        </p:spPr>
      </p:sp>
      <p:sp>
        <p:nvSpPr>
          <p:cNvPr id="371715"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9429986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E911DF-28F4-445F-8D43-47532F394088}" type="slidenum">
              <a:rPr lang="en-US" altLang="th-TH"/>
              <a:pPr/>
              <a:t>53</a:t>
            </a:fld>
            <a:endParaRPr lang="en-US" altLang="th-TH"/>
          </a:p>
        </p:txBody>
      </p:sp>
      <p:sp>
        <p:nvSpPr>
          <p:cNvPr id="353282" name="Rectangle 2"/>
          <p:cNvSpPr>
            <a:spLocks noGrp="1" noRot="1" noChangeAspect="1" noChangeArrowheads="1" noTextEdit="1"/>
          </p:cNvSpPr>
          <p:nvPr>
            <p:ph type="sldImg"/>
          </p:nvPr>
        </p:nvSpPr>
        <p:spPr>
          <a:ln/>
        </p:spPr>
      </p:sp>
      <p:sp>
        <p:nvSpPr>
          <p:cNvPr id="353283" name="Rectangle 3"/>
          <p:cNvSpPr>
            <a:spLocks noGrp="1" noChangeArrowheads="1"/>
          </p:cNvSpPr>
          <p:nvPr>
            <p:ph type="body" idx="1"/>
          </p:nvPr>
        </p:nvSpPr>
        <p:spPr/>
        <p:txBody>
          <a:bodyPr/>
          <a:lstStyle/>
          <a:p>
            <a:r>
              <a:rPr lang="en-US" altLang="th-TH"/>
              <a:t>Note the difference between the two recurrences. Students often confuse these!</a:t>
            </a:r>
          </a:p>
          <a:p>
            <a:endParaRPr lang="en-US" altLang="th-TH"/>
          </a:p>
          <a:p>
            <a:r>
              <a:rPr lang="en-US" altLang="th-TH"/>
              <a:t>F(n) = F(n-1) n</a:t>
            </a:r>
          </a:p>
          <a:p>
            <a:r>
              <a:rPr lang="en-US" altLang="th-TH"/>
              <a:t>F(0) = 1</a:t>
            </a:r>
          </a:p>
          <a:p>
            <a:endParaRPr lang="en-US" altLang="th-TH"/>
          </a:p>
          <a:p>
            <a:r>
              <a:rPr lang="en-US" altLang="th-TH"/>
              <a:t>for the values of n!</a:t>
            </a:r>
          </a:p>
          <a:p>
            <a:r>
              <a:rPr lang="en-US" altLang="th-TH"/>
              <a:t>------------</a:t>
            </a:r>
          </a:p>
          <a:p>
            <a:endParaRPr lang="en-US" altLang="th-TH"/>
          </a:p>
          <a:p>
            <a:r>
              <a:rPr lang="en-US" altLang="th-TH"/>
              <a:t>M(n) =M(n-1) + 1</a:t>
            </a:r>
          </a:p>
          <a:p>
            <a:r>
              <a:rPr lang="en-US" altLang="th-TH"/>
              <a:t>M(0) = 0</a:t>
            </a:r>
          </a:p>
          <a:p>
            <a:endParaRPr lang="en-US" altLang="th-TH"/>
          </a:p>
          <a:p>
            <a:r>
              <a:rPr lang="en-US" altLang="th-TH"/>
              <a:t>for the number of multiplications made by this algorithm</a:t>
            </a:r>
          </a:p>
        </p:txBody>
      </p:sp>
    </p:spTree>
    <p:extLst>
      <p:ext uri="{BB962C8B-B14F-4D97-AF65-F5344CB8AC3E}">
        <p14:creationId xmlns:p14="http://schemas.microsoft.com/office/powerpoint/2010/main" val="11857312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74F442-D724-4BCB-B6ED-455639886183}" type="slidenum">
              <a:rPr lang="en-US" altLang="th-TH"/>
              <a:pPr/>
              <a:t>54</a:t>
            </a:fld>
            <a:endParaRPr lang="en-US" altLang="th-TH"/>
          </a:p>
        </p:txBody>
      </p:sp>
      <p:sp>
        <p:nvSpPr>
          <p:cNvPr id="372738" name="Rectangle 2"/>
          <p:cNvSpPr>
            <a:spLocks noGrp="1" noRot="1" noChangeAspect="1" noChangeArrowheads="1" noTextEdit="1"/>
          </p:cNvSpPr>
          <p:nvPr>
            <p:ph type="sldImg"/>
          </p:nvPr>
        </p:nvSpPr>
        <p:spPr>
          <a:ln/>
        </p:spPr>
      </p:sp>
      <p:sp>
        <p:nvSpPr>
          <p:cNvPr id="372739"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19817709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D31157-0E07-44CA-BD82-4C8FC7346A87}" type="slidenum">
              <a:rPr lang="en-US" altLang="th-TH"/>
              <a:pPr/>
              <a:t>55</a:t>
            </a:fld>
            <a:endParaRPr lang="en-US" altLang="th-TH"/>
          </a:p>
        </p:txBody>
      </p:sp>
      <p:sp>
        <p:nvSpPr>
          <p:cNvPr id="373762" name="Rectangle 2"/>
          <p:cNvSpPr>
            <a:spLocks noGrp="1" noRot="1" noChangeAspect="1" noChangeArrowheads="1" noTextEdit="1"/>
          </p:cNvSpPr>
          <p:nvPr>
            <p:ph type="sldImg"/>
          </p:nvPr>
        </p:nvSpPr>
        <p:spPr>
          <a:ln/>
        </p:spPr>
      </p:sp>
      <p:sp>
        <p:nvSpPr>
          <p:cNvPr id="373763"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35305278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CDF019-6BCE-4739-8044-017C0261D4BC}" type="slidenum">
              <a:rPr lang="en-US" altLang="th-TH"/>
              <a:pPr/>
              <a:t>65</a:t>
            </a:fld>
            <a:endParaRPr lang="en-US" altLang="th-TH"/>
          </a:p>
        </p:txBody>
      </p:sp>
      <p:sp>
        <p:nvSpPr>
          <p:cNvPr id="374786" name="Rectangle 2"/>
          <p:cNvSpPr>
            <a:spLocks noGrp="1" noRot="1" noChangeAspect="1" noChangeArrowheads="1" noTextEdit="1"/>
          </p:cNvSpPr>
          <p:nvPr>
            <p:ph type="sldImg"/>
          </p:nvPr>
        </p:nvSpPr>
        <p:spPr>
          <a:ln/>
        </p:spPr>
      </p:sp>
      <p:sp>
        <p:nvSpPr>
          <p:cNvPr id="374787"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35082777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5E1F20-E155-4A71-9D75-C6EA9B7F455D}" type="slidenum">
              <a:rPr lang="en-US" altLang="th-TH"/>
              <a:pPr/>
              <a:t>66</a:t>
            </a:fld>
            <a:endParaRPr lang="en-US" altLang="th-TH"/>
          </a:p>
        </p:txBody>
      </p:sp>
      <p:sp>
        <p:nvSpPr>
          <p:cNvPr id="375810" name="Rectangle 2"/>
          <p:cNvSpPr>
            <a:spLocks noGrp="1" noRot="1" noChangeAspect="1" noChangeArrowheads="1" noTextEdit="1"/>
          </p:cNvSpPr>
          <p:nvPr>
            <p:ph type="sldImg"/>
          </p:nvPr>
        </p:nvSpPr>
        <p:spPr>
          <a:ln/>
        </p:spPr>
      </p:sp>
      <p:sp>
        <p:nvSpPr>
          <p:cNvPr id="375811"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27673471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258F11-8118-4C7D-A530-B09758E6ED0E}" type="slidenum">
              <a:rPr lang="en-US" altLang="th-TH"/>
              <a:pPr/>
              <a:t>68</a:t>
            </a:fld>
            <a:endParaRPr lang="en-US" altLang="th-TH"/>
          </a:p>
        </p:txBody>
      </p:sp>
      <p:sp>
        <p:nvSpPr>
          <p:cNvPr id="376834" name="Rectangle 2"/>
          <p:cNvSpPr>
            <a:spLocks noGrp="1" noRot="1" noChangeAspect="1" noChangeArrowheads="1" noTextEdit="1"/>
          </p:cNvSpPr>
          <p:nvPr>
            <p:ph type="sldImg"/>
          </p:nvPr>
        </p:nvSpPr>
        <p:spPr>
          <a:ln/>
        </p:spPr>
      </p:sp>
      <p:sp>
        <p:nvSpPr>
          <p:cNvPr id="376835"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6283333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02B7A-8593-4B0F-965F-90D15DA649E1}" type="slidenum">
              <a:rPr lang="en-US" altLang="th-TH"/>
              <a:pPr/>
              <a:t>71</a:t>
            </a:fld>
            <a:endParaRPr lang="en-US" altLang="th-TH"/>
          </a:p>
        </p:txBody>
      </p:sp>
      <p:sp>
        <p:nvSpPr>
          <p:cNvPr id="377858" name="Rectangle 2"/>
          <p:cNvSpPr>
            <a:spLocks noGrp="1" noRot="1" noChangeAspect="1" noChangeArrowheads="1" noTextEdit="1"/>
          </p:cNvSpPr>
          <p:nvPr>
            <p:ph type="sldImg"/>
          </p:nvPr>
        </p:nvSpPr>
        <p:spPr>
          <a:ln/>
        </p:spPr>
      </p:sp>
      <p:sp>
        <p:nvSpPr>
          <p:cNvPr id="377859"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29169409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285FBA-EB93-45A8-B124-6237CB3696E9}" type="slidenum">
              <a:rPr lang="en-US" altLang="th-TH"/>
              <a:pPr/>
              <a:t>72</a:t>
            </a:fld>
            <a:endParaRPr lang="en-US" altLang="th-TH"/>
          </a:p>
        </p:txBody>
      </p:sp>
      <p:sp>
        <p:nvSpPr>
          <p:cNvPr id="378882" name="Rectangle 2"/>
          <p:cNvSpPr>
            <a:spLocks noGrp="1" noRot="1" noChangeAspect="1" noChangeArrowheads="1" noTextEdit="1"/>
          </p:cNvSpPr>
          <p:nvPr>
            <p:ph type="sldImg"/>
          </p:nvPr>
        </p:nvSpPr>
        <p:spPr>
          <a:ln/>
        </p:spPr>
      </p:sp>
      <p:sp>
        <p:nvSpPr>
          <p:cNvPr id="378883"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17854505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E158A7-EEA8-4DAE-BF0E-3D4241DD424F}" type="slidenum">
              <a:rPr lang="en-US" altLang="th-TH"/>
              <a:pPr/>
              <a:t>73</a:t>
            </a:fld>
            <a:endParaRPr lang="en-US" altLang="th-TH"/>
          </a:p>
        </p:txBody>
      </p:sp>
      <p:sp>
        <p:nvSpPr>
          <p:cNvPr id="379906" name="Rectangle 2"/>
          <p:cNvSpPr>
            <a:spLocks noGrp="1" noRot="1" noChangeAspect="1" noChangeArrowheads="1" noTextEdit="1"/>
          </p:cNvSpPr>
          <p:nvPr>
            <p:ph type="sldImg"/>
          </p:nvPr>
        </p:nvSpPr>
        <p:spPr>
          <a:ln/>
        </p:spPr>
      </p:sp>
      <p:sp>
        <p:nvSpPr>
          <p:cNvPr id="379907"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26408960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44A185-BE4E-4276-9279-D7F33C474506}" type="slidenum">
              <a:rPr lang="en-US" altLang="th-TH"/>
              <a:pPr/>
              <a:t>74</a:t>
            </a:fld>
            <a:endParaRPr lang="en-US" altLang="th-TH"/>
          </a:p>
        </p:txBody>
      </p:sp>
      <p:sp>
        <p:nvSpPr>
          <p:cNvPr id="234498" name="Rectangle 2"/>
          <p:cNvSpPr>
            <a:spLocks noGrp="1" noRot="1" noChangeAspect="1" noChangeArrowheads="1" noTextEdit="1"/>
          </p:cNvSpPr>
          <p:nvPr>
            <p:ph type="sldImg"/>
          </p:nvPr>
        </p:nvSpPr>
        <p:spPr>
          <a:ln/>
        </p:spPr>
      </p:sp>
      <p:sp>
        <p:nvSpPr>
          <p:cNvPr id="234499" name="Rectangle 3"/>
          <p:cNvSpPr>
            <a:spLocks noGrp="1" noChangeArrowheads="1"/>
          </p:cNvSpPr>
          <p:nvPr>
            <p:ph type="body" idx="1"/>
          </p:nvPr>
        </p:nvSpPr>
        <p:spPr/>
        <p:txBody>
          <a:bodyPr/>
          <a:lstStyle/>
          <a:p>
            <a:endParaRPr lang="th-TH" altLang="th-TH"/>
          </a:p>
        </p:txBody>
      </p:sp>
    </p:spTree>
    <p:extLst>
      <p:ext uri="{BB962C8B-B14F-4D97-AF65-F5344CB8AC3E}">
        <p14:creationId xmlns:p14="http://schemas.microsoft.com/office/powerpoint/2010/main" val="8001829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p:txBody>
          <a:bodyPr/>
          <a:lstStyle>
            <a:lvl1pPr defTabSz="966788" eaLnBrk="0" hangingPunct="0">
              <a:defRPr sz="2400">
                <a:solidFill>
                  <a:schemeClr val="tx1"/>
                </a:solidFill>
                <a:latin typeface="Times New Roman" panose="02020603050405020304" pitchFamily="18" charset="0"/>
                <a:cs typeface="Arial" panose="020B0604020202020204" pitchFamily="34" charset="0"/>
              </a:defRPr>
            </a:lvl1pPr>
            <a:lvl2pPr marL="742950" indent="-285750" defTabSz="966788" eaLnBrk="0" hangingPunct="0">
              <a:defRPr sz="2400">
                <a:solidFill>
                  <a:schemeClr val="tx1"/>
                </a:solidFill>
                <a:latin typeface="Times New Roman" panose="02020603050405020304" pitchFamily="18" charset="0"/>
                <a:cs typeface="Arial" panose="020B0604020202020204" pitchFamily="34" charset="0"/>
              </a:defRPr>
            </a:lvl2pPr>
            <a:lvl3pPr marL="1143000" indent="-228600" defTabSz="966788" eaLnBrk="0" hangingPunct="0">
              <a:defRPr sz="2400">
                <a:solidFill>
                  <a:schemeClr val="tx1"/>
                </a:solidFill>
                <a:latin typeface="Times New Roman" panose="02020603050405020304" pitchFamily="18" charset="0"/>
                <a:cs typeface="Arial" panose="020B0604020202020204" pitchFamily="34" charset="0"/>
              </a:defRPr>
            </a:lvl3pPr>
            <a:lvl4pPr marL="1600200" indent="-228600" defTabSz="966788" eaLnBrk="0" hangingPunct="0">
              <a:defRPr sz="2400">
                <a:solidFill>
                  <a:schemeClr val="tx1"/>
                </a:solidFill>
                <a:latin typeface="Times New Roman" panose="02020603050405020304" pitchFamily="18" charset="0"/>
                <a:cs typeface="Arial" panose="020B0604020202020204" pitchFamily="34" charset="0"/>
              </a:defRPr>
            </a:lvl4pPr>
            <a:lvl5pPr marL="2057400" indent="-228600" defTabSz="966788" eaLnBrk="0" hangingPunct="0">
              <a:defRPr sz="2400">
                <a:solidFill>
                  <a:schemeClr val="tx1"/>
                </a:solidFill>
                <a:latin typeface="Times New Roman" panose="02020603050405020304" pitchFamily="18" charset="0"/>
                <a:cs typeface="Arial" panose="020B0604020202020204" pitchFamily="34" charset="0"/>
              </a:defRPr>
            </a:lvl5pPr>
            <a:lvl6pPr marL="25146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defTabSz="966788"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fld id="{D754E8D5-723E-4F36-B275-E9BFF08F78CC}" type="slidenum">
              <a:rPr lang="en-US" altLang="th-TH" sz="1200"/>
              <a:pPr/>
              <a:t>75</a:t>
            </a:fld>
            <a:endParaRPr lang="en-US" altLang="th-TH" sz="1200"/>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lstStyle/>
          <a:p>
            <a:endParaRPr lang="th-TH" altLang="th-TH"/>
          </a:p>
        </p:txBody>
      </p:sp>
    </p:spTree>
    <p:extLst>
      <p:ext uri="{BB962C8B-B14F-4D97-AF65-F5344CB8AC3E}">
        <p14:creationId xmlns:p14="http://schemas.microsoft.com/office/powerpoint/2010/main" val="39385980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23994-ABF7-406E-8CAA-B36BFCB4E3C3}"/>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1D466D1-8371-4C0C-9052-074BC039F4F0}"/>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A2C5F08E-DF13-4EC6-BF40-13A2F3A9C0B7}"/>
              </a:ext>
            </a:extLst>
          </p:cNvPr>
          <p:cNvSpPr>
            <a:spLocks noGrp="1"/>
          </p:cNvSpPr>
          <p:nvPr>
            <p:ph type="dt" sz="half" idx="10"/>
          </p:nvPr>
        </p:nvSpPr>
        <p:spPr/>
        <p:txBody>
          <a:bodyPr/>
          <a:lstStyle/>
          <a:p>
            <a:endParaRPr lang="en-US" altLang="th-TH"/>
          </a:p>
        </p:txBody>
      </p:sp>
      <p:sp>
        <p:nvSpPr>
          <p:cNvPr id="5" name="Footer Placeholder 4">
            <a:extLst>
              <a:ext uri="{FF2B5EF4-FFF2-40B4-BE49-F238E27FC236}">
                <a16:creationId xmlns:a16="http://schemas.microsoft.com/office/drawing/2014/main" id="{16F2906E-9D83-428B-B8AA-5FB5820F5F57}"/>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6" name="Slide Number Placeholder 5">
            <a:extLst>
              <a:ext uri="{FF2B5EF4-FFF2-40B4-BE49-F238E27FC236}">
                <a16:creationId xmlns:a16="http://schemas.microsoft.com/office/drawing/2014/main" id="{B1B07C9C-FE3B-406F-A4C4-48B077A27036}"/>
              </a:ext>
            </a:extLst>
          </p:cNvPr>
          <p:cNvSpPr>
            <a:spLocks noGrp="1"/>
          </p:cNvSpPr>
          <p:nvPr>
            <p:ph type="sldNum" sz="quarter" idx="12"/>
          </p:nvPr>
        </p:nvSpPr>
        <p:spPr/>
        <p:txBody>
          <a:bodyPr/>
          <a:lstStyle/>
          <a:p>
            <a:fld id="{412A1827-E480-452A-8665-4EDD7B422282}" type="slidenum">
              <a:rPr lang="en-US" altLang="th-TH" smtClean="0"/>
              <a:pPr/>
              <a:t>‹#›</a:t>
            </a:fld>
            <a:endParaRPr lang="en-US" altLang="th-TH"/>
          </a:p>
        </p:txBody>
      </p:sp>
    </p:spTree>
    <p:extLst>
      <p:ext uri="{BB962C8B-B14F-4D97-AF65-F5344CB8AC3E}">
        <p14:creationId xmlns:p14="http://schemas.microsoft.com/office/powerpoint/2010/main" val="4156444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4B4D7-A461-46DE-868E-7A29450488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59ED2E-FF4C-4D11-A789-1541D2D64CC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E8FFD-90A7-4F06-9B0A-626ED6210833}"/>
              </a:ext>
            </a:extLst>
          </p:cNvPr>
          <p:cNvSpPr>
            <a:spLocks noGrp="1"/>
          </p:cNvSpPr>
          <p:nvPr>
            <p:ph type="dt" sz="half" idx="10"/>
          </p:nvPr>
        </p:nvSpPr>
        <p:spPr/>
        <p:txBody>
          <a:bodyPr/>
          <a:lstStyle/>
          <a:p>
            <a:endParaRPr lang="en-US" altLang="th-TH"/>
          </a:p>
        </p:txBody>
      </p:sp>
      <p:sp>
        <p:nvSpPr>
          <p:cNvPr id="5" name="Footer Placeholder 4">
            <a:extLst>
              <a:ext uri="{FF2B5EF4-FFF2-40B4-BE49-F238E27FC236}">
                <a16:creationId xmlns:a16="http://schemas.microsoft.com/office/drawing/2014/main" id="{B129E12E-E28E-47EB-BC3B-E371AAF7E67E}"/>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6" name="Slide Number Placeholder 5">
            <a:extLst>
              <a:ext uri="{FF2B5EF4-FFF2-40B4-BE49-F238E27FC236}">
                <a16:creationId xmlns:a16="http://schemas.microsoft.com/office/drawing/2014/main" id="{3B5C7EB3-30DA-4F8D-B504-5C77CF48A90A}"/>
              </a:ext>
            </a:extLst>
          </p:cNvPr>
          <p:cNvSpPr>
            <a:spLocks noGrp="1"/>
          </p:cNvSpPr>
          <p:nvPr>
            <p:ph type="sldNum" sz="quarter" idx="12"/>
          </p:nvPr>
        </p:nvSpPr>
        <p:spPr/>
        <p:txBody>
          <a:bodyPr/>
          <a:lstStyle/>
          <a:p>
            <a:fld id="{1599CD94-7BFF-42C6-81AA-C1D79CE29F44}" type="slidenum">
              <a:rPr lang="en-US" altLang="th-TH" smtClean="0"/>
              <a:pPr/>
              <a:t>‹#›</a:t>
            </a:fld>
            <a:endParaRPr lang="en-US" altLang="th-TH"/>
          </a:p>
        </p:txBody>
      </p:sp>
    </p:spTree>
    <p:extLst>
      <p:ext uri="{BB962C8B-B14F-4D97-AF65-F5344CB8AC3E}">
        <p14:creationId xmlns:p14="http://schemas.microsoft.com/office/powerpoint/2010/main" val="2504651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E1B32-DE11-4F93-ABBD-73A6E78A9BE9}"/>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88A06C0C-ECF8-4194-89EA-17C2E1D959D9}"/>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9B054C1-794A-47B3-AD1F-1D5CDE1830B1}"/>
              </a:ext>
            </a:extLst>
          </p:cNvPr>
          <p:cNvSpPr>
            <a:spLocks noGrp="1"/>
          </p:cNvSpPr>
          <p:nvPr>
            <p:ph type="dt" sz="half" idx="10"/>
          </p:nvPr>
        </p:nvSpPr>
        <p:spPr/>
        <p:txBody>
          <a:bodyPr/>
          <a:lstStyle/>
          <a:p>
            <a:endParaRPr lang="en-US" altLang="th-TH"/>
          </a:p>
        </p:txBody>
      </p:sp>
      <p:sp>
        <p:nvSpPr>
          <p:cNvPr id="5" name="Footer Placeholder 4">
            <a:extLst>
              <a:ext uri="{FF2B5EF4-FFF2-40B4-BE49-F238E27FC236}">
                <a16:creationId xmlns:a16="http://schemas.microsoft.com/office/drawing/2014/main" id="{5AC4C7FC-3995-481D-8D44-5DE42C84FB61}"/>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6" name="Slide Number Placeholder 5">
            <a:extLst>
              <a:ext uri="{FF2B5EF4-FFF2-40B4-BE49-F238E27FC236}">
                <a16:creationId xmlns:a16="http://schemas.microsoft.com/office/drawing/2014/main" id="{2C362604-DB47-42D4-9E12-90E61F8E277C}"/>
              </a:ext>
            </a:extLst>
          </p:cNvPr>
          <p:cNvSpPr>
            <a:spLocks noGrp="1"/>
          </p:cNvSpPr>
          <p:nvPr>
            <p:ph type="sldNum" sz="quarter" idx="12"/>
          </p:nvPr>
        </p:nvSpPr>
        <p:spPr/>
        <p:txBody>
          <a:bodyPr/>
          <a:lstStyle/>
          <a:p>
            <a:fld id="{85E3F919-6FBB-404C-8607-FBC94179BC84}" type="slidenum">
              <a:rPr lang="en-US" altLang="th-TH" smtClean="0"/>
              <a:pPr/>
              <a:t>‹#›</a:t>
            </a:fld>
            <a:endParaRPr lang="en-US" altLang="th-TH"/>
          </a:p>
        </p:txBody>
      </p:sp>
    </p:spTree>
    <p:extLst>
      <p:ext uri="{BB962C8B-B14F-4D97-AF65-F5344CB8AC3E}">
        <p14:creationId xmlns:p14="http://schemas.microsoft.com/office/powerpoint/2010/main" val="1338756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C8AB0-C7E5-49A6-A299-21CBD7DD292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F54C5D-1013-4A1B-A718-F90CDB464D40}"/>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9F82CD2-9DDE-4EFC-8EE6-AE2562694197}"/>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C45374-D813-489D-A55D-BC3104E8216C}"/>
              </a:ext>
            </a:extLst>
          </p:cNvPr>
          <p:cNvSpPr>
            <a:spLocks noGrp="1"/>
          </p:cNvSpPr>
          <p:nvPr>
            <p:ph type="dt" sz="half" idx="10"/>
          </p:nvPr>
        </p:nvSpPr>
        <p:spPr/>
        <p:txBody>
          <a:bodyPr/>
          <a:lstStyle/>
          <a:p>
            <a:endParaRPr lang="en-US" altLang="th-TH"/>
          </a:p>
        </p:txBody>
      </p:sp>
      <p:sp>
        <p:nvSpPr>
          <p:cNvPr id="6" name="Footer Placeholder 5">
            <a:extLst>
              <a:ext uri="{FF2B5EF4-FFF2-40B4-BE49-F238E27FC236}">
                <a16:creationId xmlns:a16="http://schemas.microsoft.com/office/drawing/2014/main" id="{2F26C851-A919-41CA-B79F-0A7E56EF72D6}"/>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7" name="Slide Number Placeholder 6">
            <a:extLst>
              <a:ext uri="{FF2B5EF4-FFF2-40B4-BE49-F238E27FC236}">
                <a16:creationId xmlns:a16="http://schemas.microsoft.com/office/drawing/2014/main" id="{C40041BE-CB06-4A28-A50B-F151B58A1161}"/>
              </a:ext>
            </a:extLst>
          </p:cNvPr>
          <p:cNvSpPr>
            <a:spLocks noGrp="1"/>
          </p:cNvSpPr>
          <p:nvPr>
            <p:ph type="sldNum" sz="quarter" idx="12"/>
          </p:nvPr>
        </p:nvSpPr>
        <p:spPr/>
        <p:txBody>
          <a:bodyPr/>
          <a:lstStyle/>
          <a:p>
            <a:fld id="{9D538F60-794F-4541-8F8A-669DBB9829EC}" type="slidenum">
              <a:rPr lang="en-US" altLang="th-TH" smtClean="0"/>
              <a:pPr/>
              <a:t>‹#›</a:t>
            </a:fld>
            <a:endParaRPr lang="en-US" altLang="th-TH"/>
          </a:p>
        </p:txBody>
      </p:sp>
    </p:spTree>
    <p:extLst>
      <p:ext uri="{BB962C8B-B14F-4D97-AF65-F5344CB8AC3E}">
        <p14:creationId xmlns:p14="http://schemas.microsoft.com/office/powerpoint/2010/main" val="1710205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BF05F-8C85-40A4-8849-BAF2085D07A2}"/>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44B164-1001-48FA-B0A8-2546260C8404}"/>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73F26EEC-A3EE-4457-BE5A-38A33ED5580D}"/>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8DBF8D-5072-4705-AB7B-46EA78DB5FF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CC914E23-4068-4494-89AE-B67E07C70207}"/>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073C19-A7C6-4F73-97DF-61206DBC751B}"/>
              </a:ext>
            </a:extLst>
          </p:cNvPr>
          <p:cNvSpPr>
            <a:spLocks noGrp="1"/>
          </p:cNvSpPr>
          <p:nvPr>
            <p:ph type="dt" sz="half" idx="10"/>
          </p:nvPr>
        </p:nvSpPr>
        <p:spPr/>
        <p:txBody>
          <a:bodyPr/>
          <a:lstStyle/>
          <a:p>
            <a:endParaRPr lang="en-US" altLang="th-TH"/>
          </a:p>
        </p:txBody>
      </p:sp>
      <p:sp>
        <p:nvSpPr>
          <p:cNvPr id="8" name="Footer Placeholder 7">
            <a:extLst>
              <a:ext uri="{FF2B5EF4-FFF2-40B4-BE49-F238E27FC236}">
                <a16:creationId xmlns:a16="http://schemas.microsoft.com/office/drawing/2014/main" id="{F6724D2C-9B57-4BFC-A77F-E516448FC86F}"/>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9" name="Slide Number Placeholder 8">
            <a:extLst>
              <a:ext uri="{FF2B5EF4-FFF2-40B4-BE49-F238E27FC236}">
                <a16:creationId xmlns:a16="http://schemas.microsoft.com/office/drawing/2014/main" id="{211CF5FB-1504-487A-9EF8-A723BF8D07EA}"/>
              </a:ext>
            </a:extLst>
          </p:cNvPr>
          <p:cNvSpPr>
            <a:spLocks noGrp="1"/>
          </p:cNvSpPr>
          <p:nvPr>
            <p:ph type="sldNum" sz="quarter" idx="12"/>
          </p:nvPr>
        </p:nvSpPr>
        <p:spPr/>
        <p:txBody>
          <a:bodyPr/>
          <a:lstStyle/>
          <a:p>
            <a:fld id="{8C53F2B0-AA10-490D-A30B-CFFBAFD4160A}" type="slidenum">
              <a:rPr lang="en-US" altLang="th-TH" smtClean="0"/>
              <a:pPr/>
              <a:t>‹#›</a:t>
            </a:fld>
            <a:endParaRPr lang="en-US" altLang="th-TH"/>
          </a:p>
        </p:txBody>
      </p:sp>
    </p:spTree>
    <p:extLst>
      <p:ext uri="{BB962C8B-B14F-4D97-AF65-F5344CB8AC3E}">
        <p14:creationId xmlns:p14="http://schemas.microsoft.com/office/powerpoint/2010/main" val="3434681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EDD54-E760-4D5D-9712-70520CE06F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2321CB-E7ED-43E8-BE36-630327CAD92B}"/>
              </a:ext>
            </a:extLst>
          </p:cNvPr>
          <p:cNvSpPr>
            <a:spLocks noGrp="1"/>
          </p:cNvSpPr>
          <p:nvPr>
            <p:ph type="dt" sz="half" idx="10"/>
          </p:nvPr>
        </p:nvSpPr>
        <p:spPr/>
        <p:txBody>
          <a:bodyPr/>
          <a:lstStyle/>
          <a:p>
            <a:endParaRPr lang="en-US" altLang="th-TH"/>
          </a:p>
        </p:txBody>
      </p:sp>
      <p:sp>
        <p:nvSpPr>
          <p:cNvPr id="4" name="Footer Placeholder 3">
            <a:extLst>
              <a:ext uri="{FF2B5EF4-FFF2-40B4-BE49-F238E27FC236}">
                <a16:creationId xmlns:a16="http://schemas.microsoft.com/office/drawing/2014/main" id="{C1149BB0-FF99-42C4-86F7-706F6A6FC09F}"/>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E514EABB-5FEC-4D31-A893-8DE210F6C45E}"/>
              </a:ext>
            </a:extLst>
          </p:cNvPr>
          <p:cNvSpPr>
            <a:spLocks noGrp="1"/>
          </p:cNvSpPr>
          <p:nvPr>
            <p:ph type="sldNum" sz="quarter" idx="12"/>
          </p:nvPr>
        </p:nvSpPr>
        <p:spPr/>
        <p:txBody>
          <a:bodyPr/>
          <a:lstStyle/>
          <a:p>
            <a:fld id="{CB701B7B-DEF9-4E63-BF76-72004EAEC169}" type="slidenum">
              <a:rPr lang="en-US" altLang="th-TH" smtClean="0"/>
              <a:pPr/>
              <a:t>‹#›</a:t>
            </a:fld>
            <a:endParaRPr lang="en-US" altLang="th-TH"/>
          </a:p>
        </p:txBody>
      </p:sp>
    </p:spTree>
    <p:extLst>
      <p:ext uri="{BB962C8B-B14F-4D97-AF65-F5344CB8AC3E}">
        <p14:creationId xmlns:p14="http://schemas.microsoft.com/office/powerpoint/2010/main" val="3410953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9E8306-7BF5-4987-AAD9-D0AD40EAC2C1}"/>
              </a:ext>
            </a:extLst>
          </p:cNvPr>
          <p:cNvSpPr>
            <a:spLocks noGrp="1"/>
          </p:cNvSpPr>
          <p:nvPr>
            <p:ph type="dt" sz="half" idx="10"/>
          </p:nvPr>
        </p:nvSpPr>
        <p:spPr/>
        <p:txBody>
          <a:bodyPr/>
          <a:lstStyle/>
          <a:p>
            <a:endParaRPr lang="en-US" altLang="th-TH"/>
          </a:p>
        </p:txBody>
      </p:sp>
      <p:sp>
        <p:nvSpPr>
          <p:cNvPr id="3" name="Footer Placeholder 2">
            <a:extLst>
              <a:ext uri="{FF2B5EF4-FFF2-40B4-BE49-F238E27FC236}">
                <a16:creationId xmlns:a16="http://schemas.microsoft.com/office/drawing/2014/main" id="{37E72DBE-BD03-4AE5-9656-55234E641BAF}"/>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4" name="Slide Number Placeholder 3">
            <a:extLst>
              <a:ext uri="{FF2B5EF4-FFF2-40B4-BE49-F238E27FC236}">
                <a16:creationId xmlns:a16="http://schemas.microsoft.com/office/drawing/2014/main" id="{22E57D10-73E3-4055-B8BB-545CC272CBCD}"/>
              </a:ext>
            </a:extLst>
          </p:cNvPr>
          <p:cNvSpPr>
            <a:spLocks noGrp="1"/>
          </p:cNvSpPr>
          <p:nvPr>
            <p:ph type="sldNum" sz="quarter" idx="12"/>
          </p:nvPr>
        </p:nvSpPr>
        <p:spPr/>
        <p:txBody>
          <a:bodyPr/>
          <a:lstStyle/>
          <a:p>
            <a:fld id="{05054047-BF3B-4F57-B819-063CF598F0AB}" type="slidenum">
              <a:rPr lang="en-US" altLang="th-TH" smtClean="0"/>
              <a:pPr/>
              <a:t>‹#›</a:t>
            </a:fld>
            <a:endParaRPr lang="en-US" altLang="th-TH"/>
          </a:p>
        </p:txBody>
      </p:sp>
    </p:spTree>
    <p:extLst>
      <p:ext uri="{BB962C8B-B14F-4D97-AF65-F5344CB8AC3E}">
        <p14:creationId xmlns:p14="http://schemas.microsoft.com/office/powerpoint/2010/main" val="1764776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4FE85-B3C6-4634-A5ED-509300F6FC7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2F6F45C1-966F-4912-AFBC-6F5B02141442}"/>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B6CEA1-4646-484F-9E08-3CC6E454F4EF}"/>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951424B3-0976-47A6-9F7F-0E130D00D498}"/>
              </a:ext>
            </a:extLst>
          </p:cNvPr>
          <p:cNvSpPr>
            <a:spLocks noGrp="1"/>
          </p:cNvSpPr>
          <p:nvPr>
            <p:ph type="dt" sz="half" idx="10"/>
          </p:nvPr>
        </p:nvSpPr>
        <p:spPr/>
        <p:txBody>
          <a:bodyPr/>
          <a:lstStyle/>
          <a:p>
            <a:endParaRPr lang="en-US" altLang="th-TH"/>
          </a:p>
        </p:txBody>
      </p:sp>
      <p:sp>
        <p:nvSpPr>
          <p:cNvPr id="6" name="Footer Placeholder 5">
            <a:extLst>
              <a:ext uri="{FF2B5EF4-FFF2-40B4-BE49-F238E27FC236}">
                <a16:creationId xmlns:a16="http://schemas.microsoft.com/office/drawing/2014/main" id="{F39D37BB-4609-45F9-B586-F9D3F3EBE7B8}"/>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7" name="Slide Number Placeholder 6">
            <a:extLst>
              <a:ext uri="{FF2B5EF4-FFF2-40B4-BE49-F238E27FC236}">
                <a16:creationId xmlns:a16="http://schemas.microsoft.com/office/drawing/2014/main" id="{B6FCCBB4-25EC-4D8F-990F-D97FE99E597B}"/>
              </a:ext>
            </a:extLst>
          </p:cNvPr>
          <p:cNvSpPr>
            <a:spLocks noGrp="1"/>
          </p:cNvSpPr>
          <p:nvPr>
            <p:ph type="sldNum" sz="quarter" idx="12"/>
          </p:nvPr>
        </p:nvSpPr>
        <p:spPr/>
        <p:txBody>
          <a:bodyPr/>
          <a:lstStyle/>
          <a:p>
            <a:fld id="{3530EAF8-7C7E-4232-BEB7-6F5204252572}" type="slidenum">
              <a:rPr lang="en-US" altLang="th-TH" smtClean="0"/>
              <a:pPr/>
              <a:t>‹#›</a:t>
            </a:fld>
            <a:endParaRPr lang="en-US" altLang="th-TH"/>
          </a:p>
        </p:txBody>
      </p:sp>
    </p:spTree>
    <p:extLst>
      <p:ext uri="{BB962C8B-B14F-4D97-AF65-F5344CB8AC3E}">
        <p14:creationId xmlns:p14="http://schemas.microsoft.com/office/powerpoint/2010/main" val="3359155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B3EF0-0EF0-42F3-A20B-54C2EF3C680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EEF44E1-5CC5-4D33-94D3-5C0661F8B17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B4BEA685-B4E8-4F90-AF6E-519BA545B0E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18DCF028-AD1E-4A6D-974A-2B9D812ADEBE}"/>
              </a:ext>
            </a:extLst>
          </p:cNvPr>
          <p:cNvSpPr>
            <a:spLocks noGrp="1"/>
          </p:cNvSpPr>
          <p:nvPr>
            <p:ph type="dt" sz="half" idx="10"/>
          </p:nvPr>
        </p:nvSpPr>
        <p:spPr/>
        <p:txBody>
          <a:bodyPr/>
          <a:lstStyle/>
          <a:p>
            <a:endParaRPr lang="en-US" altLang="th-TH"/>
          </a:p>
        </p:txBody>
      </p:sp>
      <p:sp>
        <p:nvSpPr>
          <p:cNvPr id="6" name="Footer Placeholder 5">
            <a:extLst>
              <a:ext uri="{FF2B5EF4-FFF2-40B4-BE49-F238E27FC236}">
                <a16:creationId xmlns:a16="http://schemas.microsoft.com/office/drawing/2014/main" id="{772F52EA-D0F8-4E3A-A2FA-BC2C1C1F9F16}"/>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7" name="Slide Number Placeholder 6">
            <a:extLst>
              <a:ext uri="{FF2B5EF4-FFF2-40B4-BE49-F238E27FC236}">
                <a16:creationId xmlns:a16="http://schemas.microsoft.com/office/drawing/2014/main" id="{0B376BB2-698C-4D27-9C7F-EDC83CBAAE0A}"/>
              </a:ext>
            </a:extLst>
          </p:cNvPr>
          <p:cNvSpPr>
            <a:spLocks noGrp="1"/>
          </p:cNvSpPr>
          <p:nvPr>
            <p:ph type="sldNum" sz="quarter" idx="12"/>
          </p:nvPr>
        </p:nvSpPr>
        <p:spPr/>
        <p:txBody>
          <a:bodyPr/>
          <a:lstStyle/>
          <a:p>
            <a:fld id="{3B558903-F9FB-43D9-B4EB-3667AAB34555}" type="slidenum">
              <a:rPr lang="en-US" altLang="th-TH" smtClean="0"/>
              <a:pPr/>
              <a:t>‹#›</a:t>
            </a:fld>
            <a:endParaRPr lang="en-US" altLang="th-TH"/>
          </a:p>
        </p:txBody>
      </p:sp>
    </p:spTree>
    <p:extLst>
      <p:ext uri="{BB962C8B-B14F-4D97-AF65-F5344CB8AC3E}">
        <p14:creationId xmlns:p14="http://schemas.microsoft.com/office/powerpoint/2010/main" val="1987672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6FB20-AD82-467B-A237-74AD059702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9B9C0A-2B34-4DDD-828B-22B472D7D2C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6097DB-5705-4C96-B8D1-3F0862D65D07}"/>
              </a:ext>
            </a:extLst>
          </p:cNvPr>
          <p:cNvSpPr>
            <a:spLocks noGrp="1"/>
          </p:cNvSpPr>
          <p:nvPr>
            <p:ph type="dt" sz="half" idx="10"/>
          </p:nvPr>
        </p:nvSpPr>
        <p:spPr/>
        <p:txBody>
          <a:bodyPr/>
          <a:lstStyle/>
          <a:p>
            <a:endParaRPr lang="en-US" altLang="th-TH"/>
          </a:p>
        </p:txBody>
      </p:sp>
      <p:sp>
        <p:nvSpPr>
          <p:cNvPr id="5" name="Footer Placeholder 4">
            <a:extLst>
              <a:ext uri="{FF2B5EF4-FFF2-40B4-BE49-F238E27FC236}">
                <a16:creationId xmlns:a16="http://schemas.microsoft.com/office/drawing/2014/main" id="{349F3D5C-A34B-4BC8-89AD-E864C4637DB9}"/>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6" name="Slide Number Placeholder 5">
            <a:extLst>
              <a:ext uri="{FF2B5EF4-FFF2-40B4-BE49-F238E27FC236}">
                <a16:creationId xmlns:a16="http://schemas.microsoft.com/office/drawing/2014/main" id="{5D4ABE2F-CFED-4C7B-AE2D-FE7D1FE1A239}"/>
              </a:ext>
            </a:extLst>
          </p:cNvPr>
          <p:cNvSpPr>
            <a:spLocks noGrp="1"/>
          </p:cNvSpPr>
          <p:nvPr>
            <p:ph type="sldNum" sz="quarter" idx="12"/>
          </p:nvPr>
        </p:nvSpPr>
        <p:spPr/>
        <p:txBody>
          <a:bodyPr/>
          <a:lstStyle/>
          <a:p>
            <a:fld id="{BF2E3A78-6521-4981-8899-218A50DE9181}" type="slidenum">
              <a:rPr lang="en-US" altLang="th-TH" smtClean="0"/>
              <a:pPr/>
              <a:t>‹#›</a:t>
            </a:fld>
            <a:endParaRPr lang="en-US" altLang="th-TH"/>
          </a:p>
        </p:txBody>
      </p:sp>
    </p:spTree>
    <p:extLst>
      <p:ext uri="{BB962C8B-B14F-4D97-AF65-F5344CB8AC3E}">
        <p14:creationId xmlns:p14="http://schemas.microsoft.com/office/powerpoint/2010/main" val="1044747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697F37-DBA0-481A-B751-5B6A63836E52}"/>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B7229B-134E-4FA0-807D-8D129DBDBF95}"/>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DA75A3-391B-4132-AA24-73D7D58BC9FA}"/>
              </a:ext>
            </a:extLst>
          </p:cNvPr>
          <p:cNvSpPr>
            <a:spLocks noGrp="1"/>
          </p:cNvSpPr>
          <p:nvPr>
            <p:ph type="dt" sz="half" idx="10"/>
          </p:nvPr>
        </p:nvSpPr>
        <p:spPr/>
        <p:txBody>
          <a:bodyPr/>
          <a:lstStyle/>
          <a:p>
            <a:endParaRPr lang="en-US" altLang="th-TH"/>
          </a:p>
        </p:txBody>
      </p:sp>
      <p:sp>
        <p:nvSpPr>
          <p:cNvPr id="5" name="Footer Placeholder 4">
            <a:extLst>
              <a:ext uri="{FF2B5EF4-FFF2-40B4-BE49-F238E27FC236}">
                <a16:creationId xmlns:a16="http://schemas.microsoft.com/office/drawing/2014/main" id="{70A8E1DA-28A5-438A-98E6-1CDA7C434CCD}"/>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6" name="Slide Number Placeholder 5">
            <a:extLst>
              <a:ext uri="{FF2B5EF4-FFF2-40B4-BE49-F238E27FC236}">
                <a16:creationId xmlns:a16="http://schemas.microsoft.com/office/drawing/2014/main" id="{1D98061A-3320-4ABB-A9D1-F452A524D013}"/>
              </a:ext>
            </a:extLst>
          </p:cNvPr>
          <p:cNvSpPr>
            <a:spLocks noGrp="1"/>
          </p:cNvSpPr>
          <p:nvPr>
            <p:ph type="sldNum" sz="quarter" idx="12"/>
          </p:nvPr>
        </p:nvSpPr>
        <p:spPr/>
        <p:txBody>
          <a:bodyPr/>
          <a:lstStyle/>
          <a:p>
            <a:fld id="{224E4C10-AA40-4DB8-BBC9-3DC24F570E6D}" type="slidenum">
              <a:rPr lang="en-US" altLang="th-TH" smtClean="0"/>
              <a:pPr/>
              <a:t>‹#›</a:t>
            </a:fld>
            <a:endParaRPr lang="en-US" altLang="th-TH"/>
          </a:p>
        </p:txBody>
      </p:sp>
    </p:spTree>
    <p:extLst>
      <p:ext uri="{BB962C8B-B14F-4D97-AF65-F5344CB8AC3E}">
        <p14:creationId xmlns:p14="http://schemas.microsoft.com/office/powerpoint/2010/main" val="1367324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588250" cy="685800"/>
          </a:xfrm>
        </p:spPr>
        <p:txBody>
          <a:bodyPr/>
          <a:lstStyle/>
          <a:p>
            <a:r>
              <a:rPr lang="en-US"/>
              <a:t>Click to edit Master title style</a:t>
            </a:r>
            <a:endParaRPr lang="th-TH"/>
          </a:p>
        </p:txBody>
      </p:sp>
      <p:sp>
        <p:nvSpPr>
          <p:cNvPr id="3" name="Table Placeholder 2"/>
          <p:cNvSpPr>
            <a:spLocks noGrp="1"/>
          </p:cNvSpPr>
          <p:nvPr>
            <p:ph type="tbl" idx="1"/>
          </p:nvPr>
        </p:nvSpPr>
        <p:spPr>
          <a:xfrm>
            <a:off x="609600" y="1266825"/>
            <a:ext cx="8305800" cy="4905375"/>
          </a:xfrm>
        </p:spPr>
        <p:txBody>
          <a:bodyPr/>
          <a:lstStyle/>
          <a:p>
            <a:endParaRPr lang="th-TH"/>
          </a:p>
        </p:txBody>
      </p:sp>
      <p:sp>
        <p:nvSpPr>
          <p:cNvPr id="4" name="Date Placeholder 3"/>
          <p:cNvSpPr>
            <a:spLocks noGrp="1"/>
          </p:cNvSpPr>
          <p:nvPr>
            <p:ph type="dt" sz="half" idx="10"/>
          </p:nvPr>
        </p:nvSpPr>
        <p:spPr>
          <a:xfrm>
            <a:off x="609600" y="6248400"/>
            <a:ext cx="1905000" cy="457200"/>
          </a:xfrm>
        </p:spPr>
        <p:txBody>
          <a:bodyPr/>
          <a:lstStyle>
            <a:lvl1pPr>
              <a:defRPr/>
            </a:lvl1pPr>
          </a:lstStyle>
          <a:p>
            <a:endParaRPr lang="en-US" altLang="th-TH"/>
          </a:p>
        </p:txBody>
      </p:sp>
      <p:sp>
        <p:nvSpPr>
          <p:cNvPr id="5" name="Footer Placeholder 4"/>
          <p:cNvSpPr>
            <a:spLocks noGrp="1"/>
          </p:cNvSpPr>
          <p:nvPr>
            <p:ph type="ftr" sz="quarter" idx="11"/>
          </p:nvPr>
        </p:nvSpPr>
        <p:spPr>
          <a:xfrm>
            <a:off x="1981200" y="6400800"/>
            <a:ext cx="5334000" cy="304800"/>
          </a:xfrm>
        </p:spPr>
        <p:txBody>
          <a:bodyPr/>
          <a:lstStyle>
            <a:lvl1pPr>
              <a:defRPr/>
            </a:lvl1pPr>
          </a:lstStyle>
          <a:p>
            <a:r>
              <a:rPr lang="en-US" altLang="th-TH"/>
              <a:t>A. Levitin “Introduction to the Design &amp; Analysis of Algorithms,” 3rd ed., Ch. 2 ©2012 Pearson Education, Inc. Upper Saddle River, NJ. All Rights Reserved. </a:t>
            </a:r>
          </a:p>
        </p:txBody>
      </p:sp>
      <p:sp>
        <p:nvSpPr>
          <p:cNvPr id="6" name="Slide Number Placeholder 5"/>
          <p:cNvSpPr>
            <a:spLocks noGrp="1"/>
          </p:cNvSpPr>
          <p:nvPr>
            <p:ph type="sldNum" sz="quarter" idx="12"/>
          </p:nvPr>
        </p:nvSpPr>
        <p:spPr>
          <a:xfrm>
            <a:off x="7092950" y="6553200"/>
            <a:ext cx="1905000" cy="304800"/>
          </a:xfrm>
        </p:spPr>
        <p:txBody>
          <a:bodyPr/>
          <a:lstStyle>
            <a:lvl1pPr>
              <a:defRPr/>
            </a:lvl1pPr>
          </a:lstStyle>
          <a:p>
            <a:fld id="{FE0E4FC1-FF3E-4AE1-B680-028001A53AB5}" type="slidenum">
              <a:rPr lang="en-US" altLang="th-TH"/>
              <a:pPr/>
              <a:t>‹#›</a:t>
            </a:fld>
            <a:endParaRPr lang="en-US" altLang="th-TH"/>
          </a:p>
        </p:txBody>
      </p:sp>
    </p:spTree>
    <p:extLst>
      <p:ext uri="{BB962C8B-B14F-4D97-AF65-F5344CB8AC3E}">
        <p14:creationId xmlns:p14="http://schemas.microsoft.com/office/powerpoint/2010/main" val="710587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588250" cy="685800"/>
          </a:xfrm>
        </p:spPr>
        <p:txBody>
          <a:bodyPr/>
          <a:lstStyle/>
          <a:p>
            <a:r>
              <a:rPr lang="en-US"/>
              <a:t>Click to edit Master title style</a:t>
            </a:r>
            <a:endParaRPr lang="th-TH"/>
          </a:p>
        </p:txBody>
      </p:sp>
      <p:sp>
        <p:nvSpPr>
          <p:cNvPr id="3" name="Text Placeholder 2"/>
          <p:cNvSpPr>
            <a:spLocks noGrp="1"/>
          </p:cNvSpPr>
          <p:nvPr>
            <p:ph type="body" sz="half" idx="1"/>
          </p:nvPr>
        </p:nvSpPr>
        <p:spPr>
          <a:xfrm>
            <a:off x="609600" y="1266825"/>
            <a:ext cx="4076700" cy="490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4" name="Content Placeholder 3"/>
          <p:cNvSpPr>
            <a:spLocks noGrp="1"/>
          </p:cNvSpPr>
          <p:nvPr>
            <p:ph sz="half" idx="2"/>
          </p:nvPr>
        </p:nvSpPr>
        <p:spPr>
          <a:xfrm>
            <a:off x="4838700" y="1266825"/>
            <a:ext cx="4076700" cy="4905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h-TH"/>
          </a:p>
        </p:txBody>
      </p:sp>
      <p:sp>
        <p:nvSpPr>
          <p:cNvPr id="5" name="Date Placeholder 4"/>
          <p:cNvSpPr>
            <a:spLocks noGrp="1"/>
          </p:cNvSpPr>
          <p:nvPr>
            <p:ph type="dt" sz="half" idx="10"/>
          </p:nvPr>
        </p:nvSpPr>
        <p:spPr>
          <a:xfrm>
            <a:off x="609600" y="6248400"/>
            <a:ext cx="1905000" cy="457200"/>
          </a:xfrm>
        </p:spPr>
        <p:txBody>
          <a:bodyPr/>
          <a:lstStyle>
            <a:lvl1pPr>
              <a:defRPr/>
            </a:lvl1pPr>
          </a:lstStyle>
          <a:p>
            <a:endParaRPr lang="en-US" altLang="th-TH"/>
          </a:p>
        </p:txBody>
      </p:sp>
      <p:sp>
        <p:nvSpPr>
          <p:cNvPr id="6" name="Footer Placeholder 5"/>
          <p:cNvSpPr>
            <a:spLocks noGrp="1"/>
          </p:cNvSpPr>
          <p:nvPr>
            <p:ph type="ftr" sz="quarter" idx="11"/>
          </p:nvPr>
        </p:nvSpPr>
        <p:spPr>
          <a:xfrm>
            <a:off x="1981200" y="6400800"/>
            <a:ext cx="5334000" cy="304800"/>
          </a:xfrm>
        </p:spPr>
        <p:txBody>
          <a:bodyPr/>
          <a:lstStyle>
            <a:lvl1pPr>
              <a:defRPr/>
            </a:lvl1pPr>
          </a:lstStyle>
          <a:p>
            <a:r>
              <a:rPr lang="en-US" altLang="th-TH"/>
              <a:t>A. Levitin “Introduction to the Design &amp; Analysis of Algorithms,” 3rd ed., Ch. 2 ©2012 Pearson Education, Inc. Upper Saddle River, NJ. All Rights Reserved. </a:t>
            </a:r>
          </a:p>
        </p:txBody>
      </p:sp>
      <p:sp>
        <p:nvSpPr>
          <p:cNvPr id="7" name="Slide Number Placeholder 6"/>
          <p:cNvSpPr>
            <a:spLocks noGrp="1"/>
          </p:cNvSpPr>
          <p:nvPr>
            <p:ph type="sldNum" sz="quarter" idx="12"/>
          </p:nvPr>
        </p:nvSpPr>
        <p:spPr>
          <a:xfrm>
            <a:off x="7092950" y="6553200"/>
            <a:ext cx="1905000" cy="304800"/>
          </a:xfrm>
        </p:spPr>
        <p:txBody>
          <a:bodyPr/>
          <a:lstStyle>
            <a:lvl1pPr>
              <a:defRPr/>
            </a:lvl1pPr>
          </a:lstStyle>
          <a:p>
            <a:fld id="{3FCB5587-FBD1-4140-9320-951D8166E292}" type="slidenum">
              <a:rPr lang="en-US" altLang="th-TH"/>
              <a:pPr/>
              <a:t>‹#›</a:t>
            </a:fld>
            <a:endParaRPr lang="en-US" altLang="th-TH"/>
          </a:p>
        </p:txBody>
      </p:sp>
    </p:spTree>
    <p:extLst>
      <p:ext uri="{BB962C8B-B14F-4D97-AF65-F5344CB8AC3E}">
        <p14:creationId xmlns:p14="http://schemas.microsoft.com/office/powerpoint/2010/main" val="2372002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D1F7F6-7AC7-41CC-95B9-5D8D747BE62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E76BD9-CBEC-4332-BF98-F985045C6C7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0117C1-D15E-4FAC-A127-9548683C532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ltLang="th-TH"/>
          </a:p>
        </p:txBody>
      </p:sp>
      <p:sp>
        <p:nvSpPr>
          <p:cNvPr id="5" name="Footer Placeholder 4">
            <a:extLst>
              <a:ext uri="{FF2B5EF4-FFF2-40B4-BE49-F238E27FC236}">
                <a16:creationId xmlns:a16="http://schemas.microsoft.com/office/drawing/2014/main" id="{480E6EE1-6E16-4704-AD56-0F79BA9ABE0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ltLang="th-TH"/>
              <a:t>A. Levitin “Introduction to the Design &amp; Analysis of Algorithms,” 3rd ed., Ch. 2 ©2012 Pearson Education, Inc. Upper Saddle River, NJ. All Rights Reserved. </a:t>
            </a:r>
          </a:p>
        </p:txBody>
      </p:sp>
      <p:sp>
        <p:nvSpPr>
          <p:cNvPr id="6" name="Slide Number Placeholder 5">
            <a:extLst>
              <a:ext uri="{FF2B5EF4-FFF2-40B4-BE49-F238E27FC236}">
                <a16:creationId xmlns:a16="http://schemas.microsoft.com/office/drawing/2014/main" id="{F069CE40-D4EE-4E7C-9C82-C8DB79713573}"/>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AD7902-614D-4564-8802-EA26650EDA8A}" type="slidenum">
              <a:rPr lang="en-US" altLang="th-TH" smtClean="0"/>
              <a:pPr/>
              <a:t>‹#›</a:t>
            </a:fld>
            <a:endParaRPr lang="en-US" altLang="th-TH"/>
          </a:p>
        </p:txBody>
      </p:sp>
    </p:spTree>
    <p:extLst>
      <p:ext uri="{BB962C8B-B14F-4D97-AF65-F5344CB8AC3E}">
        <p14:creationId xmlns:p14="http://schemas.microsoft.com/office/powerpoint/2010/main" val="23525011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dissolv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chemeClr val="tx1"/>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chemeClr val="tx1"/>
                                      </p:to>
                                    </p:animClr>
                                  </p:subTnLst>
                                </p:cTn>
                              </p:par>
                              <p:par>
                                <p:cTn id="18" presetID="22" presetClass="entr" presetSubtype="1"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up)">
                                      <p:cBhvr>
                                        <p:cTn id="20"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chemeClr val="tx1"/>
                                      </p:to>
                                    </p:animClr>
                                  </p:subTnLst>
                                </p:cTn>
                              </p:par>
                              <p:par>
                                <p:cTn id="21" presetID="22" presetClass="entr" presetSubtype="1"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up)">
                                      <p:cBhvr>
                                        <p:cTn id="23"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chemeClr val="tx1"/>
                                      </p:to>
                                    </p:animClr>
                                  </p:subTnLst>
                                </p:cTn>
                              </p:par>
                              <p:par>
                                <p:cTn id="24" presetID="22" presetClass="entr" presetSubtype="1" fill="hold" grpId="0"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up)">
                                      <p:cBhvr>
                                        <p:cTn id="26"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advAuto="0"/>
      <p:bldP spid="3" grpId="0" build="p" bldLvl="4" autoUpdateAnimBg="0"/>
    </p:bldLst>
  </p:timing>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C6416-A0BF-4120-9C85-9D1D00695CA3}"/>
              </a:ext>
            </a:extLst>
          </p:cNvPr>
          <p:cNvSpPr>
            <a:spLocks noGrp="1"/>
          </p:cNvSpPr>
          <p:nvPr>
            <p:ph type="ctrTitle"/>
          </p:nvPr>
        </p:nvSpPr>
        <p:spPr>
          <a:xfrm>
            <a:off x="1524000" y="-381000"/>
            <a:ext cx="6858000" cy="1752600"/>
          </a:xfrm>
        </p:spPr>
        <p:txBody>
          <a:bodyPr/>
          <a:lstStyle/>
          <a:p>
            <a:r>
              <a:rPr lang="en-US" sz="5400" dirty="0"/>
              <a:t>Analysis of Algorithms</a:t>
            </a:r>
          </a:p>
        </p:txBody>
      </p:sp>
      <p:pic>
        <p:nvPicPr>
          <p:cNvPr id="4" name="Picture 6" descr="levitin2e_hires">
            <a:extLst>
              <a:ext uri="{FF2B5EF4-FFF2-40B4-BE49-F238E27FC236}">
                <a16:creationId xmlns:a16="http://schemas.microsoft.com/office/drawing/2014/main" id="{A133AAF7-11D4-4D2B-A628-10A61639E4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677521"/>
            <a:ext cx="3663950"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15728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lstStyle/>
          <a:p>
            <a:r>
              <a:rPr lang="en-US" altLang="th-TH"/>
              <a:t>Analysis of algorithms</a:t>
            </a:r>
          </a:p>
        </p:txBody>
      </p:sp>
      <p:sp>
        <p:nvSpPr>
          <p:cNvPr id="174083" name="Rectangle 3"/>
          <p:cNvSpPr>
            <a:spLocks noGrp="1" noChangeArrowheads="1"/>
          </p:cNvSpPr>
          <p:nvPr>
            <p:ph idx="1"/>
          </p:nvPr>
        </p:nvSpPr>
        <p:spPr/>
        <p:txBody>
          <a:bodyPr/>
          <a:lstStyle/>
          <a:p>
            <a:r>
              <a:rPr lang="en-US" altLang="th-TH" sz="2800"/>
              <a:t>Issues:</a:t>
            </a:r>
          </a:p>
          <a:p>
            <a:pPr lvl="1"/>
            <a:r>
              <a:rPr lang="en-US" altLang="th-TH" sz="2400"/>
              <a:t>correctness</a:t>
            </a:r>
          </a:p>
          <a:p>
            <a:pPr lvl="1"/>
            <a:r>
              <a:rPr lang="en-US" altLang="th-TH" sz="2400"/>
              <a:t>time efficiency</a:t>
            </a:r>
          </a:p>
          <a:p>
            <a:pPr lvl="1"/>
            <a:r>
              <a:rPr lang="en-US" altLang="th-TH" sz="2400"/>
              <a:t>space efficiency</a:t>
            </a:r>
          </a:p>
          <a:p>
            <a:pPr lvl="1"/>
            <a:r>
              <a:rPr lang="en-US" altLang="th-TH" sz="2400"/>
              <a:t>optimality</a:t>
            </a:r>
          </a:p>
          <a:p>
            <a:pPr lvl="1"/>
            <a:endParaRPr lang="en-US" altLang="th-TH"/>
          </a:p>
          <a:p>
            <a:r>
              <a:rPr lang="en-US" altLang="th-TH" sz="2800"/>
              <a:t>Approaches:</a:t>
            </a:r>
            <a:r>
              <a:rPr lang="en-US" altLang="th-TH"/>
              <a:t> </a:t>
            </a:r>
          </a:p>
          <a:p>
            <a:pPr lvl="1"/>
            <a:r>
              <a:rPr lang="en-US" altLang="th-TH" sz="2400"/>
              <a:t>theoretical analysis</a:t>
            </a:r>
          </a:p>
          <a:p>
            <a:pPr lvl="1"/>
            <a:r>
              <a:rPr lang="en-US" altLang="th-TH" sz="2400"/>
              <a:t>empirical analysis</a:t>
            </a: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A00FBAB8-1A68-48D5-8243-EE98A45579F9}" type="slidenum">
              <a:rPr lang="en-US" altLang="th-TH"/>
              <a:pPr/>
              <a:t>2</a:t>
            </a:fld>
            <a:endParaRPr lang="en-US" altLang="th-TH"/>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US" altLang="th-TH"/>
              <a:t>Theoretical analysis of time efficiency</a:t>
            </a:r>
          </a:p>
        </p:txBody>
      </p:sp>
      <p:sp>
        <p:nvSpPr>
          <p:cNvPr id="190467" name="Rectangle 3"/>
          <p:cNvSpPr>
            <a:spLocks noGrp="1" noChangeArrowheads="1"/>
          </p:cNvSpPr>
          <p:nvPr>
            <p:ph idx="1"/>
          </p:nvPr>
        </p:nvSpPr>
        <p:spPr>
          <a:xfrm>
            <a:off x="419100" y="1219200"/>
            <a:ext cx="8305800" cy="4905375"/>
          </a:xfrm>
        </p:spPr>
        <p:txBody>
          <a:bodyPr/>
          <a:lstStyle/>
          <a:p>
            <a:pPr>
              <a:buFont typeface="Monotype Sorts" pitchFamily="2" charset="2"/>
              <a:buNone/>
            </a:pPr>
            <a:r>
              <a:rPr lang="en-US" altLang="th-TH"/>
              <a:t>Time efficiency is analyzed by determining the number of repetitions of the </a:t>
            </a:r>
            <a:r>
              <a:rPr lang="en-US" altLang="th-TH" i="1" u="sng"/>
              <a:t>basic operation</a:t>
            </a:r>
            <a:r>
              <a:rPr lang="en-US" altLang="th-TH"/>
              <a:t> as a function of </a:t>
            </a:r>
            <a:r>
              <a:rPr lang="en-US" altLang="th-TH" i="1" u="sng"/>
              <a:t>input size</a:t>
            </a:r>
          </a:p>
          <a:p>
            <a:endParaRPr lang="en-US" altLang="th-TH" i="1" u="sng"/>
          </a:p>
          <a:p>
            <a:r>
              <a:rPr lang="en-US" altLang="th-TH" i="1" u="sng"/>
              <a:t>Basic operation</a:t>
            </a:r>
            <a:r>
              <a:rPr lang="en-US" altLang="th-TH"/>
              <a:t>: the operation that contributes most towards the running time of the algorithm</a:t>
            </a:r>
          </a:p>
          <a:p>
            <a:endParaRPr lang="en-US" altLang="th-TH"/>
          </a:p>
          <a:p>
            <a:endParaRPr lang="en-US" altLang="th-TH"/>
          </a:p>
          <a:p>
            <a:pPr>
              <a:buFont typeface="Monotype Sorts" pitchFamily="2" charset="2"/>
              <a:buNone/>
            </a:pPr>
            <a:r>
              <a:rPr lang="en-US" altLang="th-TH" sz="2800" i="1"/>
              <a:t>                       </a:t>
            </a:r>
            <a:r>
              <a:rPr lang="en-US" altLang="th-TH" sz="3200" i="1"/>
              <a:t>T</a:t>
            </a:r>
            <a:r>
              <a:rPr lang="en-US" altLang="th-TH" sz="3200"/>
              <a:t>(</a:t>
            </a:r>
            <a:r>
              <a:rPr lang="en-US" altLang="th-TH" sz="3200" i="1"/>
              <a:t>n</a:t>
            </a:r>
            <a:r>
              <a:rPr lang="en-US" altLang="th-TH" sz="3200"/>
              <a:t>) </a:t>
            </a:r>
            <a:r>
              <a:rPr lang="en-US" altLang="th-TH" sz="3200">
                <a:cs typeface="Times New Roman" panose="02020603050405020304" pitchFamily="18" charset="0"/>
              </a:rPr>
              <a:t>≈</a:t>
            </a:r>
            <a:r>
              <a:rPr lang="en-US" altLang="th-TH" sz="3200"/>
              <a:t> </a:t>
            </a:r>
            <a:r>
              <a:rPr lang="en-US" altLang="th-TH" sz="3200" i="1"/>
              <a:t>c</a:t>
            </a:r>
            <a:r>
              <a:rPr lang="en-US" altLang="th-TH" sz="3200" i="1" baseline="-25000"/>
              <a:t>op</a:t>
            </a:r>
            <a:r>
              <a:rPr lang="en-US" altLang="th-TH" sz="3200" i="1"/>
              <a:t>C</a:t>
            </a:r>
            <a:r>
              <a:rPr lang="en-US" altLang="th-TH" sz="3200"/>
              <a:t>(</a:t>
            </a:r>
            <a:r>
              <a:rPr lang="en-US" altLang="th-TH" sz="3200" i="1"/>
              <a:t>n</a:t>
            </a:r>
            <a:r>
              <a:rPr lang="en-US" altLang="th-TH" sz="3200"/>
              <a:t>)</a:t>
            </a:r>
          </a:p>
        </p:txBody>
      </p:sp>
      <p:sp>
        <p:nvSpPr>
          <p:cNvPr id="1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15" name="Slide Number Placeholder 5"/>
          <p:cNvSpPr>
            <a:spLocks noGrp="1"/>
          </p:cNvSpPr>
          <p:nvPr>
            <p:ph type="sldNum" sz="quarter" idx="12"/>
          </p:nvPr>
        </p:nvSpPr>
        <p:spPr/>
        <p:txBody>
          <a:bodyPr/>
          <a:lstStyle/>
          <a:p>
            <a:fld id="{35FC01AC-ED0A-4012-8C28-F99D4F970A9B}" type="slidenum">
              <a:rPr lang="en-US" altLang="th-TH"/>
              <a:pPr/>
              <a:t>3</a:t>
            </a:fld>
            <a:endParaRPr lang="en-US" altLang="th-TH"/>
          </a:p>
        </p:txBody>
      </p:sp>
      <p:grpSp>
        <p:nvGrpSpPr>
          <p:cNvPr id="190479" name="Group 15"/>
          <p:cNvGrpSpPr>
            <a:grpSpLocks/>
          </p:cNvGrpSpPr>
          <p:nvPr/>
        </p:nvGrpSpPr>
        <p:grpSpPr bwMode="auto">
          <a:xfrm>
            <a:off x="533400" y="3048000"/>
            <a:ext cx="6265863" cy="2454275"/>
            <a:chOff x="624" y="2496"/>
            <a:chExt cx="3947" cy="1546"/>
          </a:xfrm>
        </p:grpSpPr>
        <p:sp>
          <p:nvSpPr>
            <p:cNvPr id="190468" name="Text Box 4"/>
            <p:cNvSpPr txBox="1">
              <a:spLocks noChangeArrowheads="1"/>
            </p:cNvSpPr>
            <p:nvPr/>
          </p:nvSpPr>
          <p:spPr bwMode="auto">
            <a:xfrm>
              <a:off x="624" y="3408"/>
              <a:ext cx="9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000"/>
                <a:t>running time</a:t>
              </a:r>
            </a:p>
          </p:txBody>
        </p:sp>
        <p:sp>
          <p:nvSpPr>
            <p:cNvPr id="190469" name="Text Box 5"/>
            <p:cNvSpPr txBox="1">
              <a:spLocks noChangeArrowheads="1"/>
            </p:cNvSpPr>
            <p:nvPr/>
          </p:nvSpPr>
          <p:spPr bwMode="auto">
            <a:xfrm>
              <a:off x="1632" y="3456"/>
              <a:ext cx="1313"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000"/>
                <a:t>execution time</a:t>
              </a:r>
            </a:p>
            <a:p>
              <a:r>
                <a:rPr lang="en-US" altLang="th-TH" sz="2000"/>
                <a:t>for basic operation</a:t>
              </a:r>
            </a:p>
          </p:txBody>
        </p:sp>
        <p:sp>
          <p:nvSpPr>
            <p:cNvPr id="190470" name="Text Box 6"/>
            <p:cNvSpPr txBox="1">
              <a:spLocks noChangeArrowheads="1"/>
            </p:cNvSpPr>
            <p:nvPr/>
          </p:nvSpPr>
          <p:spPr bwMode="auto">
            <a:xfrm>
              <a:off x="3120" y="3408"/>
              <a:ext cx="1451" cy="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000"/>
                <a:t>Number of times basic operation is executed</a:t>
              </a:r>
            </a:p>
          </p:txBody>
        </p:sp>
        <p:sp>
          <p:nvSpPr>
            <p:cNvPr id="190471" name="Line 7"/>
            <p:cNvSpPr>
              <a:spLocks noChangeShapeType="1"/>
            </p:cNvSpPr>
            <p:nvPr/>
          </p:nvSpPr>
          <p:spPr bwMode="auto">
            <a:xfrm flipV="1">
              <a:off x="1104" y="3216"/>
              <a:ext cx="576" cy="144"/>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190472" name="Line 8"/>
            <p:cNvSpPr>
              <a:spLocks noChangeShapeType="1"/>
            </p:cNvSpPr>
            <p:nvPr/>
          </p:nvSpPr>
          <p:spPr bwMode="auto">
            <a:xfrm flipV="1">
              <a:off x="2304" y="3264"/>
              <a:ext cx="192" cy="24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190473" name="Line 9"/>
            <p:cNvSpPr>
              <a:spLocks noChangeShapeType="1"/>
            </p:cNvSpPr>
            <p:nvPr/>
          </p:nvSpPr>
          <p:spPr bwMode="auto">
            <a:xfrm flipH="1" flipV="1">
              <a:off x="2880" y="3264"/>
              <a:ext cx="336" cy="24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190474" name="Text Box 10"/>
            <p:cNvSpPr txBox="1">
              <a:spLocks noChangeArrowheads="1"/>
            </p:cNvSpPr>
            <p:nvPr/>
          </p:nvSpPr>
          <p:spPr bwMode="auto">
            <a:xfrm>
              <a:off x="2448" y="2496"/>
              <a:ext cx="7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000"/>
                <a:t>input size</a:t>
              </a:r>
            </a:p>
          </p:txBody>
        </p:sp>
        <p:sp>
          <p:nvSpPr>
            <p:cNvPr id="190475" name="Line 11"/>
            <p:cNvSpPr>
              <a:spLocks noChangeShapeType="1"/>
            </p:cNvSpPr>
            <p:nvPr/>
          </p:nvSpPr>
          <p:spPr bwMode="auto">
            <a:xfrm>
              <a:off x="2736" y="2784"/>
              <a:ext cx="336" cy="240"/>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190476" name="Line 12"/>
            <p:cNvSpPr>
              <a:spLocks noChangeShapeType="1"/>
            </p:cNvSpPr>
            <p:nvPr/>
          </p:nvSpPr>
          <p:spPr bwMode="auto">
            <a:xfrm flipH="1">
              <a:off x="2016" y="2736"/>
              <a:ext cx="528" cy="288"/>
            </a:xfrm>
            <a:prstGeom prst="line">
              <a:avLst/>
            </a:prstGeom>
            <a:noFill/>
            <a:ln w="381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a:xfrm>
            <a:off x="611188" y="198438"/>
            <a:ext cx="8532812" cy="685800"/>
          </a:xfrm>
        </p:spPr>
        <p:txBody>
          <a:bodyPr/>
          <a:lstStyle/>
          <a:p>
            <a:r>
              <a:rPr lang="en-US" altLang="th-TH"/>
              <a:t>Input size and basic operation examples</a:t>
            </a:r>
          </a:p>
        </p:txBody>
      </p:sp>
      <p:graphicFrame>
        <p:nvGraphicFramePr>
          <p:cNvPr id="266243" name="Group 3"/>
          <p:cNvGraphicFramePr>
            <a:graphicFrameLocks noGrp="1"/>
          </p:cNvGraphicFramePr>
          <p:nvPr>
            <p:ph type="tbl" idx="1"/>
            <p:extLst>
              <p:ext uri="{D42A27DB-BD31-4B8C-83A1-F6EECF244321}">
                <p14:modId xmlns:p14="http://schemas.microsoft.com/office/powerpoint/2010/main" val="3932464685"/>
              </p:ext>
            </p:extLst>
          </p:nvPr>
        </p:nvGraphicFramePr>
        <p:xfrm>
          <a:off x="609600" y="1295400"/>
          <a:ext cx="8305800" cy="4876802"/>
        </p:xfrm>
        <a:graphic>
          <a:graphicData uri="http://schemas.openxmlformats.org/drawingml/2006/table">
            <a:tbl>
              <a:tblPr/>
              <a:tblGrid>
                <a:gridCol w="27432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922338">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1" u="none" strike="noStrike" cap="none" normalizeH="0" baseline="0">
                          <a:ln>
                            <a:noFill/>
                          </a:ln>
                          <a:solidFill>
                            <a:schemeClr val="tx1"/>
                          </a:solidFill>
                          <a:effectLst/>
                          <a:latin typeface="Times New Roman" panose="02020603050405020304" pitchFamily="18" charset="0"/>
                        </a:rPr>
                        <a:t>Problem</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1" u="none" strike="noStrike" cap="none" normalizeH="0" baseline="0">
                          <a:ln>
                            <a:noFill/>
                          </a:ln>
                          <a:solidFill>
                            <a:schemeClr val="tx1"/>
                          </a:solidFill>
                          <a:effectLst/>
                          <a:latin typeface="Times New Roman" panose="02020603050405020304" pitchFamily="18" charset="0"/>
                        </a:rPr>
                        <a:t>Input size measure</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1" u="none" strike="noStrike" cap="none" normalizeH="0" baseline="0">
                          <a:ln>
                            <a:noFill/>
                          </a:ln>
                          <a:solidFill>
                            <a:schemeClr val="tx1"/>
                          </a:solidFill>
                          <a:effectLst/>
                          <a:latin typeface="Times New Roman" panose="02020603050405020304" pitchFamily="18" charset="0"/>
                        </a:rPr>
                        <a:t>Basic operation</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950913">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a:ln>
                            <a:noFill/>
                          </a:ln>
                          <a:solidFill>
                            <a:schemeClr val="tx1"/>
                          </a:solidFill>
                          <a:effectLst/>
                          <a:latin typeface="Times New Roman" panose="02020603050405020304" pitchFamily="18" charset="0"/>
                        </a:rPr>
                        <a:t>Searching for key in a list of </a:t>
                      </a:r>
                      <a:r>
                        <a:rPr kumimoji="1" lang="en-US" altLang="th-TH" sz="2000" b="0" i="1" u="none" strike="noStrike" cap="none" normalizeH="0" baseline="0">
                          <a:ln>
                            <a:noFill/>
                          </a:ln>
                          <a:solidFill>
                            <a:schemeClr val="tx1"/>
                          </a:solidFill>
                          <a:effectLst/>
                          <a:latin typeface="Times New Roman" panose="02020603050405020304" pitchFamily="18" charset="0"/>
                        </a:rPr>
                        <a:t>n</a:t>
                      </a:r>
                      <a:r>
                        <a:rPr kumimoji="1" lang="en-US" altLang="th-TH" sz="2000" b="0" i="0" u="none" strike="noStrike" cap="none" normalizeH="0" baseline="0">
                          <a:ln>
                            <a:noFill/>
                          </a:ln>
                          <a:solidFill>
                            <a:schemeClr val="tx1"/>
                          </a:solidFill>
                          <a:effectLst/>
                          <a:latin typeface="Times New Roman" panose="02020603050405020304" pitchFamily="18" charset="0"/>
                        </a:rPr>
                        <a:t> items</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a:ln>
                            <a:noFill/>
                          </a:ln>
                          <a:solidFill>
                            <a:schemeClr val="tx1"/>
                          </a:solidFill>
                          <a:effectLst/>
                          <a:latin typeface="Times New Roman" panose="02020603050405020304" pitchFamily="18" charset="0"/>
                        </a:rPr>
                        <a:t>Number of list’s items,  i.e. </a:t>
                      </a:r>
                      <a:r>
                        <a:rPr kumimoji="1" lang="en-US" altLang="th-TH" sz="2000" b="0" i="1" u="none" strike="noStrike" cap="none" normalizeH="0" baseline="0">
                          <a:ln>
                            <a:noFill/>
                          </a:ln>
                          <a:solidFill>
                            <a:schemeClr val="tx1"/>
                          </a:solidFill>
                          <a:effectLst/>
                          <a:latin typeface="Times New Roman" panose="02020603050405020304" pitchFamily="18" charset="0"/>
                        </a:rPr>
                        <a:t>n</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a:ln>
                            <a:noFill/>
                          </a:ln>
                          <a:solidFill>
                            <a:schemeClr val="tx1"/>
                          </a:solidFill>
                          <a:effectLst/>
                          <a:latin typeface="Times New Roman" panose="02020603050405020304" pitchFamily="18" charset="0"/>
                        </a:rPr>
                        <a:t>Key comparison</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11017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a:ln>
                            <a:noFill/>
                          </a:ln>
                          <a:solidFill>
                            <a:schemeClr val="tx1"/>
                          </a:solidFill>
                          <a:effectLst/>
                          <a:latin typeface="Times New Roman" panose="02020603050405020304" pitchFamily="18" charset="0"/>
                        </a:rPr>
                        <a:t>Multiplication of two matrices</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a:ln>
                            <a:noFill/>
                          </a:ln>
                          <a:solidFill>
                            <a:schemeClr val="tx1"/>
                          </a:solidFill>
                          <a:effectLst/>
                          <a:latin typeface="Times New Roman" panose="02020603050405020304" pitchFamily="18" charset="0"/>
                        </a:rPr>
                        <a:t>Matrix dimensions or total number of elements</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a:ln>
                            <a:noFill/>
                          </a:ln>
                          <a:solidFill>
                            <a:schemeClr val="tx1"/>
                          </a:solidFill>
                          <a:effectLst/>
                          <a:latin typeface="Times New Roman" panose="02020603050405020304" pitchFamily="18" charset="0"/>
                        </a:rPr>
                        <a:t>Multiplication of two numbers</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950913">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a:ln>
                            <a:noFill/>
                          </a:ln>
                          <a:solidFill>
                            <a:schemeClr val="tx1"/>
                          </a:solidFill>
                          <a:effectLst/>
                          <a:latin typeface="Times New Roman" panose="02020603050405020304" pitchFamily="18" charset="0"/>
                        </a:rPr>
                        <a:t>Checking primality of a given integer </a:t>
                      </a:r>
                      <a:r>
                        <a:rPr kumimoji="1" lang="en-US" altLang="th-TH" sz="2000" b="0" i="1" u="none" strike="noStrike" cap="none" normalizeH="0" baseline="0">
                          <a:ln>
                            <a:noFill/>
                          </a:ln>
                          <a:solidFill>
                            <a:schemeClr val="tx1"/>
                          </a:solidFill>
                          <a:effectLst/>
                          <a:latin typeface="Times New Roman" panose="02020603050405020304" pitchFamily="18" charset="0"/>
                        </a:rPr>
                        <a:t>n</a:t>
                      </a:r>
                      <a:endParaRPr kumimoji="1" lang="en-US" altLang="th-TH" sz="2000" b="0" i="1" u="none" strike="noStrike" cap="none" normalizeH="0" baseline="30000">
                        <a:ln>
                          <a:noFill/>
                        </a:ln>
                        <a:solidFill>
                          <a:schemeClr val="tx1"/>
                        </a:solidFill>
                        <a:effectLst/>
                        <a:latin typeface="Times New Roman" panose="02020603050405020304" pitchFamily="18" charset="0"/>
                      </a:endParaRP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1" u="none" strike="noStrike" cap="none" normalizeH="0" baseline="0">
                          <a:ln>
                            <a:noFill/>
                          </a:ln>
                          <a:solidFill>
                            <a:schemeClr val="tx1"/>
                          </a:solidFill>
                          <a:effectLst/>
                          <a:latin typeface="Times New Roman" panose="02020603050405020304" pitchFamily="18" charset="0"/>
                        </a:rPr>
                        <a:t>n’</a:t>
                      </a:r>
                      <a:r>
                        <a:rPr kumimoji="1" lang="en-US" altLang="th-TH" sz="2000" b="0" i="0" u="none" strike="noStrike" cap="none" normalizeH="0" baseline="0">
                          <a:ln>
                            <a:noFill/>
                          </a:ln>
                          <a:solidFill>
                            <a:schemeClr val="tx1"/>
                          </a:solidFill>
                          <a:effectLst/>
                          <a:latin typeface="Times New Roman" panose="02020603050405020304" pitchFamily="18" charset="0"/>
                        </a:rPr>
                        <a:t>size = number of digits (in binary representation)</a:t>
                      </a:r>
                      <a:endParaRPr kumimoji="1" lang="en-US" altLang="th-TH" sz="2000" b="0" i="1" u="none" strike="noStrike" cap="none" normalizeH="0" baseline="0">
                        <a:ln>
                          <a:noFill/>
                        </a:ln>
                        <a:solidFill>
                          <a:schemeClr val="tx1"/>
                        </a:solidFill>
                        <a:effectLst/>
                        <a:latin typeface="Times New Roman" panose="02020603050405020304" pitchFamily="18" charset="0"/>
                      </a:endParaRP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a:ln>
                            <a:noFill/>
                          </a:ln>
                          <a:solidFill>
                            <a:schemeClr val="tx1"/>
                          </a:solidFill>
                          <a:effectLst/>
                          <a:latin typeface="Times New Roman" panose="02020603050405020304" pitchFamily="18" charset="0"/>
                        </a:rPr>
                        <a:t>Division</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950913">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a:ln>
                            <a:noFill/>
                          </a:ln>
                          <a:solidFill>
                            <a:schemeClr val="tx1"/>
                          </a:solidFill>
                          <a:effectLst/>
                          <a:latin typeface="Times New Roman" panose="02020603050405020304" pitchFamily="18" charset="0"/>
                        </a:rPr>
                        <a:t>Typical graph problem</a:t>
                      </a:r>
                    </a:p>
                  </a:txBody>
                  <a:tcPr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a:ln>
                            <a:noFill/>
                          </a:ln>
                          <a:solidFill>
                            <a:schemeClr val="tx1"/>
                          </a:solidFill>
                          <a:effectLst/>
                          <a:latin typeface="Times New Roman" panose="02020603050405020304" pitchFamily="18" charset="0"/>
                        </a:rPr>
                        <a:t>#vertices and/or edges</a:t>
                      </a:r>
                    </a:p>
                  </a:txBody>
                  <a:tcPr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000" b="0" i="0" u="none" strike="noStrike" cap="none" normalizeH="0" baseline="0" dirty="0">
                          <a:ln>
                            <a:noFill/>
                          </a:ln>
                          <a:solidFill>
                            <a:schemeClr val="tx1"/>
                          </a:solidFill>
                          <a:effectLst/>
                          <a:latin typeface="Times New Roman" panose="02020603050405020304" pitchFamily="18" charset="0"/>
                        </a:rPr>
                        <a:t>Visiting a vertex or traversing an edge</a:t>
                      </a:r>
                    </a:p>
                  </a:txBody>
                  <a:tcPr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9"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30" name="Slide Number Placeholder 5"/>
          <p:cNvSpPr>
            <a:spLocks noGrp="1"/>
          </p:cNvSpPr>
          <p:nvPr>
            <p:ph type="sldNum" sz="quarter" idx="12"/>
          </p:nvPr>
        </p:nvSpPr>
        <p:spPr/>
        <p:txBody>
          <a:bodyPr/>
          <a:lstStyle/>
          <a:p>
            <a:fld id="{2F3E2D6A-E9FD-4E04-AC3F-AB98800E14FF}" type="slidenum">
              <a:rPr lang="en-US" altLang="th-TH"/>
              <a:pPr/>
              <a:t>4</a:t>
            </a:fld>
            <a:endParaRPr lang="en-US" altLang="th-TH"/>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noChangeArrowheads="1"/>
          </p:cNvSpPr>
          <p:nvPr>
            <p:ph type="title"/>
          </p:nvPr>
        </p:nvSpPr>
        <p:spPr/>
        <p:txBody>
          <a:bodyPr/>
          <a:lstStyle/>
          <a:p>
            <a:r>
              <a:rPr lang="en-US" altLang="th-TH"/>
              <a:t>Empirical analysis of time efficiency</a:t>
            </a:r>
          </a:p>
        </p:txBody>
      </p:sp>
      <p:sp>
        <p:nvSpPr>
          <p:cNvPr id="195587" name="Rectangle 3"/>
          <p:cNvSpPr>
            <a:spLocks noGrp="1" noChangeArrowheads="1"/>
          </p:cNvSpPr>
          <p:nvPr>
            <p:ph idx="1"/>
          </p:nvPr>
        </p:nvSpPr>
        <p:spPr/>
        <p:txBody>
          <a:bodyPr/>
          <a:lstStyle/>
          <a:p>
            <a:r>
              <a:rPr lang="en-US" altLang="th-TH"/>
              <a:t>Select a specific (typical) sample of inputs</a:t>
            </a:r>
          </a:p>
          <a:p>
            <a:endParaRPr lang="en-US" altLang="th-TH"/>
          </a:p>
          <a:p>
            <a:r>
              <a:rPr lang="en-US" altLang="th-TH"/>
              <a:t>Use physical unit of time (e.g.,  milliseconds)</a:t>
            </a:r>
          </a:p>
          <a:p>
            <a:pPr>
              <a:buFont typeface="Monotype Sorts" pitchFamily="2" charset="2"/>
              <a:buNone/>
            </a:pPr>
            <a:r>
              <a:rPr lang="en-US" altLang="th-TH"/>
              <a:t>        or</a:t>
            </a:r>
          </a:p>
          <a:p>
            <a:pPr>
              <a:buFont typeface="Monotype Sorts" pitchFamily="2" charset="2"/>
              <a:buNone/>
            </a:pPr>
            <a:r>
              <a:rPr lang="en-US" altLang="th-TH"/>
              <a:t>    Count actual number of basic operation’s executions</a:t>
            </a:r>
          </a:p>
          <a:p>
            <a:endParaRPr lang="en-US" altLang="th-TH"/>
          </a:p>
          <a:p>
            <a:r>
              <a:rPr lang="en-US" altLang="th-TH"/>
              <a:t>Analyze the empirical data</a:t>
            </a: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64F78B22-7ED5-4FFA-8CBD-E2EF3CBED6F6}" type="slidenum">
              <a:rPr lang="en-US" altLang="th-TH"/>
              <a:pPr/>
              <a:t>5</a:t>
            </a:fld>
            <a:endParaRPr lang="en-US" altLang="th-TH"/>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Rectangle 2"/>
          <p:cNvSpPr>
            <a:spLocks noGrp="1" noChangeArrowheads="1"/>
          </p:cNvSpPr>
          <p:nvPr>
            <p:ph type="title"/>
          </p:nvPr>
        </p:nvSpPr>
        <p:spPr>
          <a:xfrm>
            <a:off x="609600" y="228600"/>
            <a:ext cx="7588250" cy="609600"/>
          </a:xfrm>
        </p:spPr>
        <p:txBody>
          <a:bodyPr/>
          <a:lstStyle/>
          <a:p>
            <a:r>
              <a:rPr lang="en-US" altLang="th-TH"/>
              <a:t>Best-case, average-case, worst-case</a:t>
            </a:r>
          </a:p>
        </p:txBody>
      </p:sp>
      <p:sp>
        <p:nvSpPr>
          <p:cNvPr id="267267" name="Rectangle 3"/>
          <p:cNvSpPr>
            <a:spLocks noGrp="1" noChangeArrowheads="1"/>
          </p:cNvSpPr>
          <p:nvPr>
            <p:ph idx="1"/>
          </p:nvPr>
        </p:nvSpPr>
        <p:spPr>
          <a:xfrm>
            <a:off x="457200" y="1295400"/>
            <a:ext cx="8686800" cy="4905375"/>
          </a:xfrm>
        </p:spPr>
        <p:txBody>
          <a:bodyPr/>
          <a:lstStyle/>
          <a:p>
            <a:pPr>
              <a:buFont typeface="Monotype Sorts" pitchFamily="2" charset="2"/>
              <a:buNone/>
            </a:pPr>
            <a:r>
              <a:rPr lang="en-US" altLang="th-TH"/>
              <a:t>For some algorithms efficiency depends on form of input:</a:t>
            </a:r>
          </a:p>
          <a:p>
            <a:endParaRPr lang="en-US" altLang="th-TH"/>
          </a:p>
          <a:p>
            <a:r>
              <a:rPr lang="en-US" altLang="th-TH"/>
              <a:t>Worst case:    C</a:t>
            </a:r>
            <a:r>
              <a:rPr lang="en-US" altLang="th-TH" baseline="-25000"/>
              <a:t>worst</a:t>
            </a:r>
            <a:r>
              <a:rPr lang="en-US" altLang="th-TH"/>
              <a:t>(</a:t>
            </a:r>
            <a:r>
              <a:rPr lang="en-US" altLang="th-TH" i="1"/>
              <a:t>n</a:t>
            </a:r>
            <a:r>
              <a:rPr lang="en-US" altLang="th-TH"/>
              <a:t>) – maximum over inputs of size </a:t>
            </a:r>
            <a:r>
              <a:rPr lang="en-US" altLang="th-TH" i="1"/>
              <a:t>n</a:t>
            </a:r>
          </a:p>
          <a:p>
            <a:endParaRPr lang="en-US" altLang="th-TH" i="1"/>
          </a:p>
          <a:p>
            <a:r>
              <a:rPr lang="en-US" altLang="th-TH"/>
              <a:t>Best case:        C</a:t>
            </a:r>
            <a:r>
              <a:rPr lang="en-US" altLang="th-TH" baseline="-25000"/>
              <a:t>best</a:t>
            </a:r>
            <a:r>
              <a:rPr lang="en-US" altLang="th-TH"/>
              <a:t>(</a:t>
            </a:r>
            <a:r>
              <a:rPr lang="en-US" altLang="th-TH" i="1"/>
              <a:t>n</a:t>
            </a:r>
            <a:r>
              <a:rPr lang="en-US" altLang="th-TH"/>
              <a:t>) –  minimum over inputs of size </a:t>
            </a:r>
            <a:r>
              <a:rPr lang="en-US" altLang="th-TH" i="1"/>
              <a:t>n</a:t>
            </a:r>
          </a:p>
          <a:p>
            <a:endParaRPr lang="en-US" altLang="th-TH"/>
          </a:p>
          <a:p>
            <a:r>
              <a:rPr lang="en-US" altLang="th-TH"/>
              <a:t>Average case:  C</a:t>
            </a:r>
            <a:r>
              <a:rPr lang="en-US" altLang="th-TH" baseline="-25000"/>
              <a:t>avg</a:t>
            </a:r>
            <a:r>
              <a:rPr lang="en-US" altLang="th-TH"/>
              <a:t>(</a:t>
            </a:r>
            <a:r>
              <a:rPr lang="en-US" altLang="th-TH" i="1"/>
              <a:t>n</a:t>
            </a:r>
            <a:r>
              <a:rPr lang="en-US" altLang="th-TH"/>
              <a:t>) – “average” over inputs of size </a:t>
            </a:r>
            <a:r>
              <a:rPr lang="en-US" altLang="th-TH" i="1"/>
              <a:t>n</a:t>
            </a:r>
            <a:endParaRPr lang="en-US" altLang="th-TH"/>
          </a:p>
          <a:p>
            <a:pPr lvl="1"/>
            <a:r>
              <a:rPr lang="en-US" altLang="th-TH"/>
              <a:t>Number of times the basic operation will be executed on typical  input</a:t>
            </a:r>
          </a:p>
          <a:p>
            <a:pPr lvl="1"/>
            <a:r>
              <a:rPr lang="en-US" altLang="th-TH"/>
              <a:t>NOT the average of worst and best case</a:t>
            </a:r>
          </a:p>
          <a:p>
            <a:pPr lvl="1"/>
            <a:r>
              <a:rPr lang="en-US" altLang="th-TH"/>
              <a:t>Expected number of basic operations considered as a random variable under some assumption about the probability distribution of all possible inputs</a:t>
            </a:r>
          </a:p>
          <a:p>
            <a:endParaRPr lang="en-US" altLang="th-TH"/>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27D84C50-E2DC-4CD8-9A58-5A915342B7AD}" type="slidenum">
              <a:rPr lang="en-US" altLang="th-TH"/>
              <a:pPr/>
              <a:t>6</a:t>
            </a:fld>
            <a:endParaRPr lang="en-US" altLang="th-TH"/>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p:cNvSpPr>
            <a:spLocks noGrp="1" noChangeArrowheads="1"/>
          </p:cNvSpPr>
          <p:nvPr>
            <p:ph type="title"/>
          </p:nvPr>
        </p:nvSpPr>
        <p:spPr/>
        <p:txBody>
          <a:bodyPr/>
          <a:lstStyle/>
          <a:p>
            <a:r>
              <a:rPr lang="en-US" altLang="th-TH"/>
              <a:t>Example: Sequential search</a:t>
            </a:r>
          </a:p>
        </p:txBody>
      </p:sp>
      <p:sp>
        <p:nvSpPr>
          <p:cNvPr id="347139" name="Rectangle 3"/>
          <p:cNvSpPr>
            <a:spLocks noGrp="1" noChangeArrowheads="1"/>
          </p:cNvSpPr>
          <p:nvPr>
            <p:ph type="body" sz="half" idx="1"/>
          </p:nvPr>
        </p:nvSpPr>
        <p:spPr>
          <a:xfrm>
            <a:off x="609600" y="4419600"/>
            <a:ext cx="8153400" cy="2209800"/>
          </a:xfrm>
        </p:spPr>
        <p:txBody>
          <a:bodyPr/>
          <a:lstStyle/>
          <a:p>
            <a:r>
              <a:rPr lang="en-US" altLang="th-TH"/>
              <a:t>Worst case</a:t>
            </a:r>
          </a:p>
          <a:p>
            <a:endParaRPr lang="en-US" altLang="th-TH" sz="2000"/>
          </a:p>
          <a:p>
            <a:r>
              <a:rPr lang="en-US" altLang="th-TH"/>
              <a:t>Best case</a:t>
            </a:r>
          </a:p>
          <a:p>
            <a:endParaRPr lang="en-US" altLang="th-TH" sz="2000"/>
          </a:p>
          <a:p>
            <a:r>
              <a:rPr lang="en-US" altLang="th-TH"/>
              <a:t>Average case</a:t>
            </a:r>
          </a:p>
        </p:txBody>
      </p:sp>
      <p:pic>
        <p:nvPicPr>
          <p:cNvPr id="347140" name="Picture 4" descr="2_1a"/>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85800" y="1219200"/>
            <a:ext cx="7391400" cy="32813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5"/>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6" name="Slide Number Placeholder 6"/>
          <p:cNvSpPr>
            <a:spLocks noGrp="1"/>
          </p:cNvSpPr>
          <p:nvPr>
            <p:ph type="sldNum" sz="quarter" idx="12"/>
          </p:nvPr>
        </p:nvSpPr>
        <p:spPr/>
        <p:txBody>
          <a:bodyPr/>
          <a:lstStyle/>
          <a:p>
            <a:fld id="{8BDC2278-B41A-4BEB-91D8-0470AFF00F8C}" type="slidenum">
              <a:rPr lang="en-US" altLang="th-TH"/>
              <a:pPr/>
              <a:t>7</a:t>
            </a:fld>
            <a:endParaRPr lang="en-US" altLang="th-TH"/>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dirty="0"/>
              <a:t>Average Case of Sequential Search</a:t>
            </a:r>
          </a:p>
        </p:txBody>
      </p:sp>
      <p:sp>
        <p:nvSpPr>
          <p:cNvPr id="3" name="Text Placeholder 2"/>
          <p:cNvSpPr>
            <a:spLocks noGrp="1"/>
          </p:cNvSpPr>
          <p:nvPr>
            <p:ph type="body" sz="half" idx="1"/>
          </p:nvPr>
        </p:nvSpPr>
        <p:spPr>
          <a:xfrm>
            <a:off x="533400" y="1143000"/>
            <a:ext cx="8001000" cy="4905375"/>
          </a:xfrm>
        </p:spPr>
        <p:txBody>
          <a:bodyPr rtlCol="0">
            <a:normAutofit/>
          </a:bodyPr>
          <a:lstStyle/>
          <a:p>
            <a:pPr eaLnBrk="1" fontAlgn="auto" hangingPunct="1">
              <a:spcAft>
                <a:spcPts val="0"/>
              </a:spcAft>
              <a:buFont typeface="Arial" panose="020B0604020202020204" pitchFamily="34" charset="0"/>
              <a:buNone/>
              <a:defRPr/>
            </a:pPr>
            <a:r>
              <a:rPr lang="en-US" dirty="0"/>
              <a:t>Average case:	Assumption</a:t>
            </a:r>
          </a:p>
          <a:p>
            <a:pPr eaLnBrk="1" fontAlgn="auto" hangingPunct="1">
              <a:spcAft>
                <a:spcPts val="0"/>
              </a:spcAft>
              <a:buFont typeface="Arial" panose="020B0604020202020204" pitchFamily="34" charset="0"/>
              <a:buNone/>
              <a:defRPr/>
            </a:pPr>
            <a:r>
              <a:rPr lang="en-US" sz="2000" dirty="0"/>
              <a:t>   (a) the probability of a successful search is equal to p, 0 &lt;= p &lt;=1</a:t>
            </a:r>
          </a:p>
          <a:p>
            <a:pPr eaLnBrk="1" fontAlgn="auto" hangingPunct="1">
              <a:spcAft>
                <a:spcPts val="0"/>
              </a:spcAft>
              <a:buFont typeface="Arial" panose="020B0604020202020204" pitchFamily="34" charset="0"/>
              <a:buNone/>
              <a:defRPr/>
            </a:pPr>
            <a:r>
              <a:rPr lang="en-US" sz="2000" dirty="0"/>
              <a:t>  (b) the probability of the first match occurring in the </a:t>
            </a:r>
            <a:r>
              <a:rPr lang="en-US" sz="2000" dirty="0" err="1"/>
              <a:t>i</a:t>
            </a:r>
            <a:r>
              <a:rPr lang="en-US" sz="2000" baseline="30000" dirty="0" err="1"/>
              <a:t>th</a:t>
            </a:r>
            <a:r>
              <a:rPr lang="en-US" sz="2000" dirty="0"/>
              <a:t> position of the list is the same for every </a:t>
            </a:r>
            <a:r>
              <a:rPr lang="en-US" sz="2000" dirty="0" err="1"/>
              <a:t>i</a:t>
            </a:r>
            <a:endParaRPr lang="en-US" sz="2000" dirty="0"/>
          </a:p>
          <a:p>
            <a:pPr eaLnBrk="1" fontAlgn="auto" hangingPunct="1">
              <a:spcAft>
                <a:spcPts val="0"/>
              </a:spcAft>
              <a:buFont typeface="Arial" panose="020B0604020202020204" pitchFamily="34" charset="0"/>
              <a:buNone/>
              <a:defRPr/>
            </a:pPr>
            <a:endParaRPr lang="en-US" dirty="0"/>
          </a:p>
          <a:p>
            <a:pPr eaLnBrk="1" fontAlgn="auto" hangingPunct="1">
              <a:spcAft>
                <a:spcPts val="0"/>
              </a:spcAft>
              <a:buFont typeface="Arial" panose="020B0604020202020204" pitchFamily="34" charset="0"/>
              <a:buNone/>
              <a:defRPr/>
            </a:pPr>
            <a:r>
              <a:rPr lang="en-US" dirty="0"/>
              <a:t>1 [success] the probability of the first match occurring in the </a:t>
            </a:r>
            <a:r>
              <a:rPr lang="en-US" dirty="0" err="1"/>
              <a:t>i</a:t>
            </a:r>
            <a:r>
              <a:rPr lang="en-US" baseline="30000" dirty="0" err="1"/>
              <a:t>th</a:t>
            </a:r>
            <a:r>
              <a:rPr lang="en-US" dirty="0"/>
              <a:t> position of the list is p/n. the number of comparison is </a:t>
            </a:r>
            <a:r>
              <a:rPr lang="en-US" dirty="0" err="1"/>
              <a:t>i</a:t>
            </a:r>
            <a:r>
              <a:rPr lang="en-US" dirty="0"/>
              <a:t>.</a:t>
            </a:r>
          </a:p>
          <a:p>
            <a:pPr eaLnBrk="1" fontAlgn="auto" hangingPunct="1">
              <a:spcAft>
                <a:spcPts val="0"/>
              </a:spcAft>
              <a:buFont typeface="Arial" panose="020B0604020202020204" pitchFamily="34" charset="0"/>
              <a:buNone/>
              <a:defRPr/>
            </a:pPr>
            <a:r>
              <a:rPr lang="en-US" dirty="0"/>
              <a:t>  2 [</a:t>
            </a:r>
            <a:r>
              <a:rPr lang="en-US" dirty="0" err="1"/>
              <a:t>unsuccess</a:t>
            </a:r>
            <a:r>
              <a:rPr lang="en-US" dirty="0"/>
              <a:t>] the number of comparison is n.</a:t>
            </a:r>
          </a:p>
          <a:p>
            <a:pPr eaLnBrk="1" fontAlgn="auto" hangingPunct="1">
              <a:spcAft>
                <a:spcPts val="0"/>
              </a:spcAft>
              <a:buFont typeface="Arial" panose="020B0604020202020204" pitchFamily="34" charset="0"/>
              <a:buNone/>
              <a:defRPr/>
            </a:pPr>
            <a:r>
              <a:rPr lang="en-US" dirty="0"/>
              <a:t>Therefore: </a:t>
            </a:r>
          </a:p>
          <a:p>
            <a:pPr eaLnBrk="1" fontAlgn="auto" hangingPunct="1">
              <a:spcAft>
                <a:spcPts val="0"/>
              </a:spcAft>
              <a:buFont typeface="Arial" panose="020B0604020202020204" pitchFamily="34" charset="0"/>
              <a:buNone/>
              <a:defRPr/>
            </a:pPr>
            <a:r>
              <a:rPr lang="en-US" dirty="0"/>
              <a:t>  </a:t>
            </a:r>
            <a:r>
              <a:rPr lang="en-US" dirty="0" err="1"/>
              <a:t>C</a:t>
            </a:r>
            <a:r>
              <a:rPr lang="en-US" baseline="-25000" dirty="0" err="1"/>
              <a:t>avg</a:t>
            </a:r>
            <a:r>
              <a:rPr lang="en-US" dirty="0"/>
              <a:t> (n) = [1.p/n + 2.p/n +…+</a:t>
            </a:r>
            <a:r>
              <a:rPr lang="en-US" dirty="0" err="1"/>
              <a:t>i.p</a:t>
            </a:r>
            <a:r>
              <a:rPr lang="en-US" dirty="0"/>
              <a:t>/n+…+</a:t>
            </a:r>
            <a:r>
              <a:rPr lang="en-US" dirty="0" err="1"/>
              <a:t>n.p</a:t>
            </a:r>
            <a:r>
              <a:rPr lang="en-US" dirty="0"/>
              <a:t>/n] + n.(1-p)</a:t>
            </a:r>
          </a:p>
          <a:p>
            <a:pPr eaLnBrk="1" fontAlgn="auto" hangingPunct="1">
              <a:spcAft>
                <a:spcPts val="0"/>
              </a:spcAft>
              <a:buFont typeface="Arial" panose="020B0604020202020204" pitchFamily="34" charset="0"/>
              <a:buNone/>
              <a:defRPr/>
            </a:pPr>
            <a:r>
              <a:rPr lang="en-US" dirty="0"/>
              <a:t>                 = p/n[1+2+…</a:t>
            </a:r>
            <a:r>
              <a:rPr lang="en-US" dirty="0" err="1"/>
              <a:t>i</a:t>
            </a:r>
            <a:r>
              <a:rPr lang="en-US" dirty="0"/>
              <a:t>+…n] + n(1-p)</a:t>
            </a:r>
          </a:p>
          <a:p>
            <a:pPr eaLnBrk="1" fontAlgn="auto" hangingPunct="1">
              <a:spcAft>
                <a:spcPts val="0"/>
              </a:spcAft>
              <a:buFont typeface="Arial" panose="020B0604020202020204" pitchFamily="34" charset="0"/>
              <a:buNone/>
              <a:defRPr/>
            </a:pPr>
            <a:r>
              <a:rPr lang="en-US" dirty="0"/>
              <a:t>                 = p/n . n(n+1)/2  + n(1-p)     = p(n+1)/2  + n(1-p)  </a:t>
            </a:r>
          </a:p>
        </p:txBody>
      </p:sp>
    </p:spTree>
    <p:extLst>
      <p:ext uri="{BB962C8B-B14F-4D97-AF65-F5344CB8AC3E}">
        <p14:creationId xmlns:p14="http://schemas.microsoft.com/office/powerpoint/2010/main" val="168194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th-TH"/>
              <a:t>Puzzle</a:t>
            </a:r>
          </a:p>
        </p:txBody>
      </p:sp>
      <p:sp>
        <p:nvSpPr>
          <p:cNvPr id="2" name="Slide Number Placeholder 3"/>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th-TH" sz="1200">
                <a:solidFill>
                  <a:srgbClr val="898989"/>
                </a:solidFill>
              </a:rPr>
              <a:t>1-</a:t>
            </a:r>
            <a:fld id="{482EE728-1AE4-47CD-9717-9A3210C388D5}" type="slidenum">
              <a:rPr lang="en-US" altLang="th-TH" sz="1200">
                <a:solidFill>
                  <a:srgbClr val="898989"/>
                </a:solidFill>
              </a:rPr>
              <a:pPr/>
              <a:t>9</a:t>
            </a:fld>
            <a:endParaRPr lang="en-US" altLang="th-TH" sz="1200">
              <a:solidFill>
                <a:srgbClr val="898989"/>
              </a:solidFill>
            </a:endParaRPr>
          </a:p>
        </p:txBody>
      </p:sp>
      <p:pic>
        <p:nvPicPr>
          <p:cNvPr id="6" name="Picture 5">
            <a:extLst>
              <a:ext uri="{FF2B5EF4-FFF2-40B4-BE49-F238E27FC236}">
                <a16:creationId xmlns:a16="http://schemas.microsoft.com/office/drawing/2014/main" id="{0DD419EC-6D62-4DE0-AAA2-A560C74FFE4A}"/>
              </a:ext>
            </a:extLst>
          </p:cNvPr>
          <p:cNvPicPr>
            <a:picLocks noChangeAspect="1"/>
          </p:cNvPicPr>
          <p:nvPr/>
        </p:nvPicPr>
        <p:blipFill>
          <a:blip r:embed="rId2"/>
          <a:stretch>
            <a:fillRect/>
          </a:stretch>
        </p:blipFill>
        <p:spPr>
          <a:xfrm>
            <a:off x="1228170" y="2286000"/>
            <a:ext cx="6687660" cy="3381613"/>
          </a:xfrm>
          <a:prstGeom prst="rect">
            <a:avLst/>
          </a:prstGeom>
        </p:spPr>
      </p:pic>
    </p:spTree>
    <p:extLst>
      <p:ext uri="{BB962C8B-B14F-4D97-AF65-F5344CB8AC3E}">
        <p14:creationId xmlns:p14="http://schemas.microsoft.com/office/powerpoint/2010/main" val="2149019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th-TH"/>
              <a:t>Puzzle</a:t>
            </a:r>
          </a:p>
        </p:txBody>
      </p:sp>
      <p:sp>
        <p:nvSpPr>
          <p:cNvPr id="3" name="Content Placeholder 2"/>
          <p:cNvSpPr>
            <a:spLocks noGrp="1"/>
          </p:cNvSpPr>
          <p:nvPr>
            <p:ph idx="1"/>
          </p:nvPr>
        </p:nvSpPr>
        <p:spPr/>
        <p:txBody>
          <a:bodyPr rtlCol="0">
            <a:normAutofit/>
          </a:bodyPr>
          <a:lstStyle/>
          <a:p>
            <a:pPr eaLnBrk="1" fontAlgn="auto" hangingPunct="1">
              <a:spcAft>
                <a:spcPts val="0"/>
              </a:spcAft>
              <a:defRPr/>
            </a:pPr>
            <a:r>
              <a:rPr lang="en-US" dirty="0"/>
              <a:t>Glove Selection: There are 22 gloves in a drawer: 5 pairs of red groves, 4 pairs of yellow, and 2 pairs of green. You select grove in the dark and can check them only after the selection has been made. What is the smallest number of groves you need to select to have at least one matching pair:</a:t>
            </a:r>
          </a:p>
          <a:p>
            <a:pPr lvl="1" eaLnBrk="1" fontAlgn="auto" hangingPunct="1">
              <a:spcAft>
                <a:spcPts val="0"/>
              </a:spcAft>
              <a:defRPr/>
            </a:pPr>
            <a:r>
              <a:rPr lang="en-US" dirty="0"/>
              <a:t> in the best case?</a:t>
            </a:r>
          </a:p>
          <a:p>
            <a:pPr lvl="1" eaLnBrk="1" fontAlgn="auto" hangingPunct="1">
              <a:spcAft>
                <a:spcPts val="0"/>
              </a:spcAft>
              <a:defRPr/>
            </a:pPr>
            <a:r>
              <a:rPr lang="en-US" dirty="0"/>
              <a:t> in the worst case?</a:t>
            </a:r>
          </a:p>
        </p:txBody>
      </p:sp>
      <p:sp>
        <p:nvSpPr>
          <p:cNvPr id="30724" name="Slide Number Placeholder 3"/>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th-TH" sz="1200">
                <a:solidFill>
                  <a:srgbClr val="898989"/>
                </a:solidFill>
              </a:rPr>
              <a:t>1-</a:t>
            </a:r>
            <a:fld id="{9E45DAD3-1DC2-4A6D-9373-DE78CEB563A0}" type="slidenum">
              <a:rPr lang="en-US" altLang="th-TH" sz="1200">
                <a:solidFill>
                  <a:srgbClr val="898989"/>
                </a:solidFill>
              </a:rPr>
              <a:pPr/>
              <a:t>10</a:t>
            </a:fld>
            <a:endParaRPr lang="en-US" altLang="th-TH" sz="1200">
              <a:solidFill>
                <a:srgbClr val="898989"/>
              </a:solidFill>
            </a:endParaRPr>
          </a:p>
        </p:txBody>
      </p:sp>
    </p:spTree>
    <p:extLst>
      <p:ext uri="{BB962C8B-B14F-4D97-AF65-F5344CB8AC3E}">
        <p14:creationId xmlns:p14="http://schemas.microsoft.com/office/powerpoint/2010/main" val="1589940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a:xfrm>
            <a:off x="609600" y="228600"/>
            <a:ext cx="8305800" cy="609600"/>
          </a:xfrm>
        </p:spPr>
        <p:txBody>
          <a:bodyPr/>
          <a:lstStyle/>
          <a:p>
            <a:r>
              <a:rPr lang="en-US" altLang="th-TH" sz="3200"/>
              <a:t>Types of formulas for basic operation’s count</a:t>
            </a:r>
          </a:p>
        </p:txBody>
      </p:sp>
      <p:sp>
        <p:nvSpPr>
          <p:cNvPr id="198659" name="Rectangle 3"/>
          <p:cNvSpPr>
            <a:spLocks noGrp="1" noChangeArrowheads="1"/>
          </p:cNvSpPr>
          <p:nvPr>
            <p:ph idx="1"/>
          </p:nvPr>
        </p:nvSpPr>
        <p:spPr/>
        <p:txBody>
          <a:bodyPr/>
          <a:lstStyle/>
          <a:p>
            <a:r>
              <a:rPr lang="en-US" altLang="th-TH"/>
              <a:t>Exact formula</a:t>
            </a:r>
          </a:p>
          <a:p>
            <a:pPr>
              <a:buFont typeface="Monotype Sorts" pitchFamily="2" charset="2"/>
              <a:buNone/>
            </a:pPr>
            <a:r>
              <a:rPr lang="en-US" altLang="th-TH"/>
              <a:t>            e.g., C(</a:t>
            </a:r>
            <a:r>
              <a:rPr lang="en-US" altLang="th-TH" i="1"/>
              <a:t>n</a:t>
            </a:r>
            <a:r>
              <a:rPr lang="en-US" altLang="th-TH"/>
              <a:t>) = </a:t>
            </a:r>
            <a:r>
              <a:rPr lang="en-US" altLang="th-TH" i="1"/>
              <a:t>n</a:t>
            </a:r>
            <a:r>
              <a:rPr lang="en-US" altLang="th-TH"/>
              <a:t>(</a:t>
            </a:r>
            <a:r>
              <a:rPr lang="en-US" altLang="th-TH" i="1"/>
              <a:t>n</a:t>
            </a:r>
            <a:r>
              <a:rPr lang="en-US" altLang="th-TH"/>
              <a:t>-1)/2</a:t>
            </a:r>
          </a:p>
          <a:p>
            <a:endParaRPr lang="en-US" altLang="th-TH"/>
          </a:p>
          <a:p>
            <a:r>
              <a:rPr lang="en-US" altLang="th-TH"/>
              <a:t>Formula indicating order of growth with specific multiplicative constant</a:t>
            </a:r>
          </a:p>
          <a:p>
            <a:pPr>
              <a:buFont typeface="Monotype Sorts" pitchFamily="2" charset="2"/>
              <a:buNone/>
            </a:pPr>
            <a:r>
              <a:rPr lang="en-US" altLang="th-TH"/>
              <a:t>            e.g., C(</a:t>
            </a:r>
            <a:r>
              <a:rPr lang="en-US" altLang="th-TH" i="1"/>
              <a:t>n</a:t>
            </a:r>
            <a:r>
              <a:rPr lang="en-US" altLang="th-TH"/>
              <a:t>) </a:t>
            </a:r>
            <a:r>
              <a:rPr lang="en-US" altLang="th-TH">
                <a:cs typeface="Times New Roman" panose="02020603050405020304" pitchFamily="18" charset="0"/>
              </a:rPr>
              <a:t>≈</a:t>
            </a:r>
            <a:r>
              <a:rPr lang="en-US" altLang="th-TH"/>
              <a:t> 0.5 </a:t>
            </a:r>
            <a:r>
              <a:rPr lang="en-US" altLang="th-TH" i="1"/>
              <a:t>n</a:t>
            </a:r>
            <a:r>
              <a:rPr lang="en-US" altLang="th-TH" baseline="30000"/>
              <a:t>2</a:t>
            </a:r>
          </a:p>
          <a:p>
            <a:pPr>
              <a:buFont typeface="Monotype Sorts" pitchFamily="2" charset="2"/>
              <a:buNone/>
            </a:pPr>
            <a:endParaRPr lang="en-US" altLang="th-TH"/>
          </a:p>
          <a:p>
            <a:r>
              <a:rPr lang="en-US" altLang="th-TH"/>
              <a:t>Formula indicating order of growth with unknown multiplicative constant</a:t>
            </a:r>
          </a:p>
          <a:p>
            <a:pPr>
              <a:buFont typeface="Monotype Sorts" pitchFamily="2" charset="2"/>
              <a:buNone/>
            </a:pPr>
            <a:r>
              <a:rPr lang="en-US" altLang="th-TH"/>
              <a:t>            e.g., C(</a:t>
            </a:r>
            <a:r>
              <a:rPr lang="en-US" altLang="th-TH" i="1"/>
              <a:t>n</a:t>
            </a:r>
            <a:r>
              <a:rPr lang="en-US" altLang="th-TH"/>
              <a:t>) </a:t>
            </a:r>
            <a:r>
              <a:rPr lang="en-US" altLang="th-TH">
                <a:cs typeface="Times New Roman" panose="02020603050405020304" pitchFamily="18" charset="0"/>
              </a:rPr>
              <a:t>≈</a:t>
            </a:r>
            <a:r>
              <a:rPr lang="en-US" altLang="th-TH"/>
              <a:t> </a:t>
            </a:r>
            <a:r>
              <a:rPr lang="en-US" altLang="th-TH" i="1"/>
              <a:t>cn</a:t>
            </a:r>
            <a:r>
              <a:rPr lang="en-US" altLang="th-TH" baseline="30000"/>
              <a:t>2</a:t>
            </a:r>
            <a:endParaRPr lang="en-US" altLang="th-TH"/>
          </a:p>
          <a:p>
            <a:endParaRPr lang="en-US" altLang="th-TH"/>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825FC828-659F-432E-B4E2-7B76589BD7BF}" type="slidenum">
              <a:rPr lang="en-US" altLang="th-TH"/>
              <a:pPr/>
              <a:t>11</a:t>
            </a:fld>
            <a:endParaRPr lang="en-US" altLang="th-TH"/>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en-US" altLang="th-TH"/>
              <a:t>Order of growth </a:t>
            </a:r>
          </a:p>
        </p:txBody>
      </p:sp>
      <p:sp>
        <p:nvSpPr>
          <p:cNvPr id="199683" name="Rectangle 3"/>
          <p:cNvSpPr>
            <a:spLocks noGrp="1" noChangeArrowheads="1"/>
          </p:cNvSpPr>
          <p:nvPr>
            <p:ph idx="1"/>
          </p:nvPr>
        </p:nvSpPr>
        <p:spPr>
          <a:xfrm>
            <a:off x="609600" y="1266825"/>
            <a:ext cx="8534400" cy="4905375"/>
          </a:xfrm>
        </p:spPr>
        <p:txBody>
          <a:bodyPr/>
          <a:lstStyle/>
          <a:p>
            <a:r>
              <a:rPr lang="en-US" altLang="th-TH"/>
              <a:t>Most important: Order of growth within a constant multiple as </a:t>
            </a:r>
            <a:r>
              <a:rPr lang="en-US" altLang="th-TH" i="1"/>
              <a:t>n</a:t>
            </a:r>
            <a:r>
              <a:rPr lang="en-US" altLang="th-TH">
                <a:cs typeface="Times New Roman" panose="02020603050405020304" pitchFamily="18" charset="0"/>
              </a:rPr>
              <a:t>→∞</a:t>
            </a:r>
          </a:p>
          <a:p>
            <a:endParaRPr lang="en-US" altLang="th-TH">
              <a:cs typeface="Times New Roman" panose="02020603050405020304" pitchFamily="18" charset="0"/>
            </a:endParaRPr>
          </a:p>
          <a:p>
            <a:r>
              <a:rPr lang="en-US" altLang="th-TH">
                <a:cs typeface="Times New Roman" panose="02020603050405020304" pitchFamily="18" charset="0"/>
              </a:rPr>
              <a:t>Example:</a:t>
            </a:r>
          </a:p>
          <a:p>
            <a:pPr lvl="1"/>
            <a:r>
              <a:rPr lang="en-US" altLang="th-TH" sz="2400">
                <a:cs typeface="Times New Roman" panose="02020603050405020304" pitchFamily="18" charset="0"/>
              </a:rPr>
              <a:t>How much faster will algorithm run on computer that is twice as fast?</a:t>
            </a:r>
          </a:p>
          <a:p>
            <a:pPr lvl="1"/>
            <a:endParaRPr lang="en-US" altLang="th-TH" sz="2400">
              <a:cs typeface="Times New Roman" panose="02020603050405020304" pitchFamily="18" charset="0"/>
            </a:endParaRPr>
          </a:p>
          <a:p>
            <a:pPr lvl="1"/>
            <a:r>
              <a:rPr lang="en-US" altLang="th-TH" sz="2400">
                <a:cs typeface="Times New Roman" panose="02020603050405020304" pitchFamily="18" charset="0"/>
              </a:rPr>
              <a:t>How much longer does it take to solve problem of double input size?</a:t>
            </a:r>
          </a:p>
          <a:p>
            <a:endParaRPr lang="en-US" altLang="th-TH">
              <a:cs typeface="Times New Roman" panose="02020603050405020304" pitchFamily="18" charset="0"/>
            </a:endParaRPr>
          </a:p>
          <a:p>
            <a:pPr>
              <a:buFont typeface="Monotype Sorts" pitchFamily="2" charset="2"/>
              <a:buNone/>
            </a:pPr>
            <a:endParaRPr lang="en-US" altLang="th-TH">
              <a:cs typeface="Times New Roman" panose="02020603050405020304" pitchFamily="18" charset="0"/>
            </a:endParaRP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1048F4E7-45DD-49E1-9216-E072C94396F2}" type="slidenum">
              <a:rPr lang="en-US" altLang="th-TH"/>
              <a:pPr/>
              <a:t>12</a:t>
            </a:fld>
            <a:endParaRPr lang="en-US" altLang="th-TH"/>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pPr eaLnBrk="1" hangingPunct="1"/>
            <a:r>
              <a:rPr lang="en-US" altLang="th-TH"/>
              <a:t>Double Input Size </a:t>
            </a:r>
          </a:p>
        </p:txBody>
      </p:sp>
      <p:sp>
        <p:nvSpPr>
          <p:cNvPr id="3" name="Content Placeholder 2"/>
          <p:cNvSpPr>
            <a:spLocks noGrp="1"/>
          </p:cNvSpPr>
          <p:nvPr>
            <p:ph idx="1"/>
          </p:nvPr>
        </p:nvSpPr>
        <p:spPr/>
        <p:txBody>
          <a:bodyPr rtlCol="0">
            <a:normAutofit/>
          </a:bodyPr>
          <a:lstStyle/>
          <a:p>
            <a:pPr eaLnBrk="1" fontAlgn="auto" hangingPunct="1">
              <a:spcAft>
                <a:spcPts val="0"/>
              </a:spcAft>
              <a:buFont typeface="Arial" panose="020B0604020202020204" pitchFamily="34" charset="0"/>
              <a:buNone/>
              <a:defRPr/>
            </a:pPr>
            <a:r>
              <a:rPr lang="en-US" dirty="0"/>
              <a:t> Example: Assuming that C(n)  =  ½ n (n-1)</a:t>
            </a:r>
          </a:p>
          <a:p>
            <a:pPr indent="4763" eaLnBrk="1" fontAlgn="auto" hangingPunct="1">
              <a:spcAft>
                <a:spcPts val="0"/>
              </a:spcAft>
              <a:buFont typeface="Arial" panose="020B0604020202020204" pitchFamily="34" charset="0"/>
              <a:buNone/>
              <a:defRPr/>
            </a:pPr>
            <a:r>
              <a:rPr lang="en-US" dirty="0"/>
              <a:t>How much longer will the algorithm run if we double its input size, T(2n)?</a:t>
            </a:r>
          </a:p>
          <a:p>
            <a:pPr indent="4763" eaLnBrk="1" fontAlgn="auto" hangingPunct="1">
              <a:spcAft>
                <a:spcPts val="0"/>
              </a:spcAft>
              <a:buFont typeface="Arial" panose="020B0604020202020204" pitchFamily="34" charset="0"/>
              <a:buNone/>
              <a:defRPr/>
            </a:pPr>
            <a:endParaRPr lang="en-US" dirty="0"/>
          </a:p>
          <a:p>
            <a:pPr indent="4763" eaLnBrk="1" fontAlgn="auto" hangingPunct="1">
              <a:spcAft>
                <a:spcPts val="0"/>
              </a:spcAft>
              <a:buFont typeface="Arial" panose="020B0604020202020204" pitchFamily="34" charset="0"/>
              <a:buNone/>
              <a:defRPr/>
            </a:pPr>
            <a:endParaRPr lang="en-US" dirty="0"/>
          </a:p>
        </p:txBody>
      </p:sp>
    </p:spTree>
    <p:extLst>
      <p:ext uri="{BB962C8B-B14F-4D97-AF65-F5344CB8AC3E}">
        <p14:creationId xmlns:p14="http://schemas.microsoft.com/office/powerpoint/2010/main" val="3508184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83" name="Rectangle 7"/>
          <p:cNvSpPr>
            <a:spLocks noGrp="1" noChangeArrowheads="1"/>
          </p:cNvSpPr>
          <p:nvPr>
            <p:ph type="title"/>
          </p:nvPr>
        </p:nvSpPr>
        <p:spPr>
          <a:xfrm>
            <a:off x="609600" y="228600"/>
            <a:ext cx="8305800" cy="609600"/>
          </a:xfrm>
        </p:spPr>
        <p:txBody>
          <a:bodyPr/>
          <a:lstStyle/>
          <a:p>
            <a:r>
              <a:rPr lang="en-US" altLang="th-TH" sz="3200"/>
              <a:t>Values of some important functions as </a:t>
            </a:r>
            <a:r>
              <a:rPr lang="en-US" altLang="th-TH" sz="3200" i="1"/>
              <a:t>n </a:t>
            </a:r>
            <a:r>
              <a:rPr lang="en-US" altLang="th-TH" sz="3200">
                <a:solidFill>
                  <a:schemeClr val="tx1"/>
                </a:solidFill>
                <a:sym typeface="Symbol" panose="05050102010706020507" pitchFamily="18" charset="2"/>
              </a:rPr>
              <a:t> </a:t>
            </a:r>
          </a:p>
        </p:txBody>
      </p:sp>
      <p:pic>
        <p:nvPicPr>
          <p:cNvPr id="254980" name="Picture 4" descr="table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09600" y="1752600"/>
            <a:ext cx="8382000" cy="3403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D725BAA9-7931-4836-9D93-8513549B1D4D}" type="slidenum">
              <a:rPr lang="en-US" altLang="th-TH"/>
              <a:pPr/>
              <a:t>14</a:t>
            </a:fld>
            <a:endParaRPr lang="en-US" altLang="th-TH"/>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noChangeArrowheads="1"/>
          </p:cNvSpPr>
          <p:nvPr>
            <p:ph type="title"/>
          </p:nvPr>
        </p:nvSpPr>
        <p:spPr/>
        <p:txBody>
          <a:bodyPr/>
          <a:lstStyle/>
          <a:p>
            <a:r>
              <a:rPr lang="en-US" altLang="th-TH"/>
              <a:t>Asymptotic order of growth</a:t>
            </a:r>
          </a:p>
        </p:txBody>
      </p:sp>
      <p:sp>
        <p:nvSpPr>
          <p:cNvPr id="200707" name="Rectangle 3"/>
          <p:cNvSpPr>
            <a:spLocks noGrp="1" noChangeArrowheads="1"/>
          </p:cNvSpPr>
          <p:nvPr>
            <p:ph idx="1"/>
          </p:nvPr>
        </p:nvSpPr>
        <p:spPr>
          <a:xfrm>
            <a:off x="381000" y="1266825"/>
            <a:ext cx="8763000" cy="4905375"/>
          </a:xfrm>
        </p:spPr>
        <p:txBody>
          <a:bodyPr/>
          <a:lstStyle/>
          <a:p>
            <a:pPr>
              <a:buFont typeface="Monotype Sorts" pitchFamily="2" charset="2"/>
              <a:buNone/>
            </a:pPr>
            <a:r>
              <a:rPr lang="en-US" altLang="th-TH"/>
              <a:t>A way of comparing functions that ignores constant factors and small input sizes</a:t>
            </a:r>
          </a:p>
          <a:p>
            <a:endParaRPr lang="en-US" altLang="th-TH"/>
          </a:p>
          <a:p>
            <a:r>
              <a:rPr lang="en-US" altLang="th-TH"/>
              <a:t>O(</a:t>
            </a:r>
            <a:r>
              <a:rPr lang="en-US" altLang="th-TH" i="1"/>
              <a:t>g</a:t>
            </a:r>
            <a:r>
              <a:rPr lang="en-US" altLang="th-TH"/>
              <a:t>(</a:t>
            </a:r>
            <a:r>
              <a:rPr lang="en-US" altLang="th-TH" i="1"/>
              <a:t>n</a:t>
            </a:r>
            <a:r>
              <a:rPr lang="en-US" altLang="th-TH"/>
              <a:t>)): class of functions </a:t>
            </a:r>
            <a:r>
              <a:rPr lang="en-US" altLang="th-TH" i="1"/>
              <a:t>f</a:t>
            </a:r>
            <a:r>
              <a:rPr lang="en-US" altLang="th-TH"/>
              <a:t>(</a:t>
            </a:r>
            <a:r>
              <a:rPr lang="en-US" altLang="th-TH" i="1"/>
              <a:t>n</a:t>
            </a:r>
            <a:r>
              <a:rPr lang="en-US" altLang="th-TH"/>
              <a:t>) that grow </a:t>
            </a:r>
            <a:r>
              <a:rPr lang="en-US" altLang="th-TH" u="sng"/>
              <a:t>no faster</a:t>
            </a:r>
            <a:r>
              <a:rPr lang="en-US" altLang="th-TH"/>
              <a:t> than </a:t>
            </a:r>
            <a:r>
              <a:rPr lang="en-US" altLang="th-TH" i="1"/>
              <a:t>g</a:t>
            </a:r>
            <a:r>
              <a:rPr lang="en-US" altLang="th-TH"/>
              <a:t>(</a:t>
            </a:r>
            <a:r>
              <a:rPr lang="en-US" altLang="th-TH" i="1"/>
              <a:t>n</a:t>
            </a:r>
            <a:r>
              <a:rPr lang="en-US" altLang="th-TH"/>
              <a:t>)</a:t>
            </a:r>
          </a:p>
          <a:p>
            <a:endParaRPr lang="en-US" altLang="th-TH"/>
          </a:p>
          <a:p>
            <a:r>
              <a:rPr lang="el-GR" altLang="th-TH">
                <a:cs typeface="Times New Roman" panose="02020603050405020304" pitchFamily="18" charset="0"/>
              </a:rPr>
              <a:t>Θ</a:t>
            </a:r>
            <a:r>
              <a:rPr lang="en-US" altLang="th-TH"/>
              <a:t>(</a:t>
            </a:r>
            <a:r>
              <a:rPr lang="en-US" altLang="th-TH" i="1"/>
              <a:t>g</a:t>
            </a:r>
            <a:r>
              <a:rPr lang="en-US" altLang="th-TH"/>
              <a:t>(</a:t>
            </a:r>
            <a:r>
              <a:rPr lang="en-US" altLang="th-TH" i="1"/>
              <a:t>n</a:t>
            </a:r>
            <a:r>
              <a:rPr lang="en-US" altLang="th-TH"/>
              <a:t>)): class of functions </a:t>
            </a:r>
            <a:r>
              <a:rPr lang="en-US" altLang="th-TH" i="1"/>
              <a:t>f</a:t>
            </a:r>
            <a:r>
              <a:rPr lang="en-US" altLang="th-TH"/>
              <a:t>(</a:t>
            </a:r>
            <a:r>
              <a:rPr lang="en-US" altLang="th-TH" i="1"/>
              <a:t>n</a:t>
            </a:r>
            <a:r>
              <a:rPr lang="en-US" altLang="th-TH"/>
              <a:t>) that grow </a:t>
            </a:r>
            <a:r>
              <a:rPr lang="en-US" altLang="th-TH" u="sng"/>
              <a:t>at same rate</a:t>
            </a:r>
            <a:r>
              <a:rPr lang="en-US" altLang="th-TH"/>
              <a:t> as </a:t>
            </a:r>
            <a:r>
              <a:rPr lang="en-US" altLang="th-TH" i="1"/>
              <a:t>g</a:t>
            </a:r>
            <a:r>
              <a:rPr lang="en-US" altLang="th-TH"/>
              <a:t>(</a:t>
            </a:r>
            <a:r>
              <a:rPr lang="en-US" altLang="th-TH" i="1"/>
              <a:t>n</a:t>
            </a:r>
            <a:r>
              <a:rPr lang="en-US" altLang="th-TH"/>
              <a:t>)</a:t>
            </a:r>
          </a:p>
          <a:p>
            <a:endParaRPr lang="en-US" altLang="th-TH"/>
          </a:p>
          <a:p>
            <a:r>
              <a:rPr lang="el-GR" altLang="th-TH">
                <a:cs typeface="Times New Roman" panose="02020603050405020304" pitchFamily="18" charset="0"/>
              </a:rPr>
              <a:t>Ω</a:t>
            </a:r>
            <a:r>
              <a:rPr lang="en-US" altLang="th-TH"/>
              <a:t>(</a:t>
            </a:r>
            <a:r>
              <a:rPr lang="en-US" altLang="th-TH" i="1"/>
              <a:t>g</a:t>
            </a:r>
            <a:r>
              <a:rPr lang="en-US" altLang="th-TH"/>
              <a:t>(</a:t>
            </a:r>
            <a:r>
              <a:rPr lang="en-US" altLang="th-TH" i="1"/>
              <a:t>n</a:t>
            </a:r>
            <a:r>
              <a:rPr lang="en-US" altLang="th-TH"/>
              <a:t>)): class of functions </a:t>
            </a:r>
            <a:r>
              <a:rPr lang="en-US" altLang="th-TH" i="1"/>
              <a:t>f</a:t>
            </a:r>
            <a:r>
              <a:rPr lang="en-US" altLang="th-TH"/>
              <a:t>(</a:t>
            </a:r>
            <a:r>
              <a:rPr lang="en-US" altLang="th-TH" i="1"/>
              <a:t>n</a:t>
            </a:r>
            <a:r>
              <a:rPr lang="en-US" altLang="th-TH"/>
              <a:t>) that grow </a:t>
            </a:r>
            <a:r>
              <a:rPr lang="en-US" altLang="th-TH" u="sng"/>
              <a:t>at least as fast</a:t>
            </a:r>
            <a:r>
              <a:rPr lang="en-US" altLang="th-TH"/>
              <a:t> as </a:t>
            </a:r>
            <a:r>
              <a:rPr lang="en-US" altLang="th-TH" i="1"/>
              <a:t>g</a:t>
            </a:r>
            <a:r>
              <a:rPr lang="en-US" altLang="th-TH"/>
              <a:t>(</a:t>
            </a:r>
            <a:r>
              <a:rPr lang="en-US" altLang="th-TH" i="1"/>
              <a:t>n</a:t>
            </a:r>
            <a:r>
              <a:rPr lang="en-US" altLang="th-TH"/>
              <a:t>)</a:t>
            </a:r>
          </a:p>
          <a:p>
            <a:endParaRPr lang="en-US" altLang="th-TH"/>
          </a:p>
          <a:p>
            <a:pPr>
              <a:buFont typeface="Monotype Sorts" pitchFamily="2" charset="2"/>
              <a:buNone/>
            </a:pPr>
            <a:endParaRPr lang="en-US" altLang="th-TH"/>
          </a:p>
          <a:p>
            <a:endParaRPr lang="en-US" altLang="th-TH"/>
          </a:p>
          <a:p>
            <a:endParaRPr lang="en-US" altLang="th-TH"/>
          </a:p>
          <a:p>
            <a:endParaRPr lang="en-US" altLang="th-TH"/>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288F12B7-1B04-44BD-A3CD-35333579A445}" type="slidenum">
              <a:rPr lang="en-US" altLang="th-TH"/>
              <a:pPr/>
              <a:t>15</a:t>
            </a:fld>
            <a:endParaRPr lang="en-US" altLang="th-TH"/>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7" name="Rectangle 5"/>
          <p:cNvSpPr>
            <a:spLocks noGrp="1" noChangeArrowheads="1"/>
          </p:cNvSpPr>
          <p:nvPr>
            <p:ph type="title"/>
          </p:nvPr>
        </p:nvSpPr>
        <p:spPr/>
        <p:txBody>
          <a:bodyPr/>
          <a:lstStyle/>
          <a:p>
            <a:r>
              <a:rPr lang="en-US" altLang="th-TH"/>
              <a:t>Big-oh</a:t>
            </a:r>
          </a:p>
        </p:txBody>
      </p:sp>
      <p:pic>
        <p:nvPicPr>
          <p:cNvPr id="259076" name="Picture 4" descr="figs2_1"/>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71600" y="1219200"/>
            <a:ext cx="6400800" cy="5341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73FAD41D-1CEB-45E5-B711-31F20CC6D578}" type="slidenum">
              <a:rPr lang="en-US" altLang="th-TH"/>
              <a:pPr/>
              <a:t>16</a:t>
            </a:fld>
            <a:endParaRPr lang="en-US" altLang="th-TH"/>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5" name="Rectangle 5"/>
          <p:cNvSpPr>
            <a:spLocks noGrp="1" noChangeArrowheads="1"/>
          </p:cNvSpPr>
          <p:nvPr>
            <p:ph type="title"/>
          </p:nvPr>
        </p:nvSpPr>
        <p:spPr/>
        <p:txBody>
          <a:bodyPr/>
          <a:lstStyle/>
          <a:p>
            <a:r>
              <a:rPr lang="en-US" altLang="th-TH"/>
              <a:t>Big-omega</a:t>
            </a:r>
          </a:p>
        </p:txBody>
      </p:sp>
      <p:pic>
        <p:nvPicPr>
          <p:cNvPr id="261124" name="Picture 4" descr="figs2_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71600" y="1219200"/>
            <a:ext cx="6019800" cy="53736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3848D48F-B8EB-4113-AAD4-4681899D49A3}" type="slidenum">
              <a:rPr lang="en-US" altLang="th-TH"/>
              <a:pPr/>
              <a:t>17</a:t>
            </a:fld>
            <a:endParaRPr lang="en-US" altLang="th-TH"/>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3" name="Rectangle 5"/>
          <p:cNvSpPr>
            <a:spLocks noGrp="1" noChangeArrowheads="1"/>
          </p:cNvSpPr>
          <p:nvPr>
            <p:ph type="title"/>
          </p:nvPr>
        </p:nvSpPr>
        <p:spPr/>
        <p:txBody>
          <a:bodyPr/>
          <a:lstStyle/>
          <a:p>
            <a:r>
              <a:rPr lang="en-US" altLang="th-TH"/>
              <a:t>Big-theta</a:t>
            </a:r>
          </a:p>
        </p:txBody>
      </p:sp>
      <p:pic>
        <p:nvPicPr>
          <p:cNvPr id="263172" name="Picture 4" descr="figs2_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371600" y="1219200"/>
            <a:ext cx="6324600" cy="53625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E954B31F-8B7C-47B9-B065-E47544B680D2}" type="slidenum">
              <a:rPr lang="en-US" altLang="th-TH"/>
              <a:pPr/>
              <a:t>18</a:t>
            </a:fld>
            <a:endParaRPr lang="en-US" altLang="th-TH"/>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tLang="th-TH"/>
              <a:t>Properties of Logarithms</a:t>
            </a:r>
          </a:p>
        </p:txBody>
      </p:sp>
      <p:sp>
        <p:nvSpPr>
          <p:cNvPr id="22531" name="Content Placeholder 2"/>
          <p:cNvSpPr>
            <a:spLocks noGrp="1"/>
          </p:cNvSpPr>
          <p:nvPr>
            <p:ph idx="1"/>
          </p:nvPr>
        </p:nvSpPr>
        <p:spPr>
          <a:xfrm>
            <a:off x="381000" y="1371600"/>
            <a:ext cx="8229600" cy="5029200"/>
          </a:xfrm>
        </p:spPr>
        <p:txBody>
          <a:bodyPr/>
          <a:lstStyle/>
          <a:p>
            <a:pPr eaLnBrk="1" hangingPunct="1">
              <a:buFont typeface="Arial" panose="020B0604020202020204" pitchFamily="34" charset="0"/>
              <a:buNone/>
            </a:pPr>
            <a:r>
              <a:rPr lang="en-US" altLang="th-TH" dirty="0"/>
              <a:t> </a:t>
            </a:r>
            <a:r>
              <a:rPr lang="en-US" altLang="th-TH" dirty="0" err="1"/>
              <a:t>log</a:t>
            </a:r>
            <a:r>
              <a:rPr lang="en-US" altLang="th-TH" baseline="-25000" dirty="0" err="1"/>
              <a:t>a</a:t>
            </a:r>
            <a:r>
              <a:rPr lang="en-US" altLang="th-TH" dirty="0"/>
              <a:t> 1 	= 0			</a:t>
            </a:r>
            <a:r>
              <a:rPr lang="en-US" altLang="th-TH" dirty="0" err="1"/>
              <a:t>lg</a:t>
            </a:r>
            <a:r>
              <a:rPr lang="en-US" altLang="th-TH" dirty="0"/>
              <a:t> x  is log</a:t>
            </a:r>
            <a:r>
              <a:rPr lang="en-US" altLang="th-TH" baseline="-25000" dirty="0"/>
              <a:t>2</a:t>
            </a:r>
            <a:r>
              <a:rPr lang="en-US" altLang="th-TH" dirty="0"/>
              <a:t> x</a:t>
            </a:r>
          </a:p>
          <a:p>
            <a:pPr eaLnBrk="1" hangingPunct="1">
              <a:buFont typeface="Arial" panose="020B0604020202020204" pitchFamily="34" charset="0"/>
              <a:buNone/>
            </a:pPr>
            <a:r>
              <a:rPr lang="en-US" altLang="th-TH" dirty="0"/>
              <a:t> </a:t>
            </a:r>
            <a:r>
              <a:rPr lang="en-US" altLang="th-TH" dirty="0" err="1"/>
              <a:t>log</a:t>
            </a:r>
            <a:r>
              <a:rPr lang="en-US" altLang="th-TH" baseline="-25000" dirty="0" err="1"/>
              <a:t>a</a:t>
            </a:r>
            <a:r>
              <a:rPr lang="en-US" altLang="th-TH" dirty="0"/>
              <a:t> x 	= 1/(</a:t>
            </a:r>
            <a:r>
              <a:rPr lang="en-US" altLang="th-TH" dirty="0" err="1"/>
              <a:t>log</a:t>
            </a:r>
            <a:r>
              <a:rPr lang="en-US" altLang="th-TH" baseline="-25000" dirty="0" err="1"/>
              <a:t>x</a:t>
            </a:r>
            <a:r>
              <a:rPr lang="en-US" altLang="th-TH" dirty="0"/>
              <a:t>  a)</a:t>
            </a:r>
          </a:p>
          <a:p>
            <a:pPr eaLnBrk="1" hangingPunct="1">
              <a:buFont typeface="Arial" panose="020B0604020202020204" pitchFamily="34" charset="0"/>
              <a:buNone/>
            </a:pPr>
            <a:r>
              <a:rPr lang="en-US" altLang="th-TH" dirty="0"/>
              <a:t> </a:t>
            </a:r>
            <a:r>
              <a:rPr lang="en-US" altLang="th-TH" dirty="0" err="1"/>
              <a:t>log</a:t>
            </a:r>
            <a:r>
              <a:rPr lang="en-US" altLang="th-TH" baseline="-25000" dirty="0" err="1"/>
              <a:t>a</a:t>
            </a:r>
            <a:r>
              <a:rPr lang="en-US" altLang="th-TH" dirty="0"/>
              <a:t> a 	= 1</a:t>
            </a:r>
          </a:p>
          <a:p>
            <a:pPr eaLnBrk="1" hangingPunct="1">
              <a:buFont typeface="Arial" panose="020B0604020202020204" pitchFamily="34" charset="0"/>
              <a:buNone/>
            </a:pPr>
            <a:r>
              <a:rPr lang="en-US" altLang="th-TH" dirty="0"/>
              <a:t> </a:t>
            </a:r>
            <a:r>
              <a:rPr lang="en-US" altLang="th-TH" dirty="0" err="1"/>
              <a:t>log</a:t>
            </a:r>
            <a:r>
              <a:rPr lang="en-US" altLang="th-TH" baseline="-25000" dirty="0" err="1"/>
              <a:t>a</a:t>
            </a:r>
            <a:r>
              <a:rPr lang="en-US" altLang="th-TH" dirty="0"/>
              <a:t> </a:t>
            </a:r>
            <a:r>
              <a:rPr lang="en-US" altLang="th-TH" dirty="0" err="1"/>
              <a:t>x</a:t>
            </a:r>
            <a:r>
              <a:rPr lang="en-US" altLang="th-TH" baseline="30000" dirty="0" err="1"/>
              <a:t>y</a:t>
            </a:r>
            <a:r>
              <a:rPr lang="en-US" altLang="th-TH" dirty="0"/>
              <a:t> 	=  y </a:t>
            </a:r>
            <a:r>
              <a:rPr lang="en-US" altLang="th-TH" dirty="0" err="1"/>
              <a:t>log</a:t>
            </a:r>
            <a:r>
              <a:rPr lang="en-US" altLang="th-TH" baseline="-25000" dirty="0" err="1"/>
              <a:t>a</a:t>
            </a:r>
            <a:r>
              <a:rPr lang="en-US" altLang="th-TH" dirty="0"/>
              <a:t> x</a:t>
            </a:r>
          </a:p>
          <a:p>
            <a:pPr eaLnBrk="1" hangingPunct="1">
              <a:buFont typeface="Arial" panose="020B0604020202020204" pitchFamily="34" charset="0"/>
              <a:buNone/>
            </a:pPr>
            <a:r>
              <a:rPr lang="en-US" altLang="th-TH" dirty="0"/>
              <a:t> </a:t>
            </a:r>
            <a:r>
              <a:rPr lang="en-US" altLang="th-TH" dirty="0" err="1"/>
              <a:t>log</a:t>
            </a:r>
            <a:r>
              <a:rPr lang="en-US" altLang="th-TH" baseline="-25000" dirty="0" err="1"/>
              <a:t>a</a:t>
            </a:r>
            <a:r>
              <a:rPr lang="en-US" altLang="th-TH" dirty="0"/>
              <a:t> </a:t>
            </a:r>
            <a:r>
              <a:rPr lang="en-US" altLang="th-TH" dirty="0" err="1"/>
              <a:t>xy</a:t>
            </a:r>
            <a:r>
              <a:rPr lang="en-US" altLang="th-TH" dirty="0"/>
              <a:t> 	=  </a:t>
            </a:r>
            <a:r>
              <a:rPr lang="en-US" altLang="th-TH" dirty="0" err="1"/>
              <a:t>log</a:t>
            </a:r>
            <a:r>
              <a:rPr lang="en-US" altLang="th-TH" baseline="-25000" dirty="0" err="1"/>
              <a:t>a</a:t>
            </a:r>
            <a:r>
              <a:rPr lang="en-US" altLang="th-TH" dirty="0"/>
              <a:t> x + </a:t>
            </a:r>
            <a:r>
              <a:rPr lang="en-US" altLang="th-TH" dirty="0" err="1"/>
              <a:t>log</a:t>
            </a:r>
            <a:r>
              <a:rPr lang="en-US" altLang="th-TH" baseline="-25000" dirty="0" err="1"/>
              <a:t>a</a:t>
            </a:r>
            <a:r>
              <a:rPr lang="en-US" altLang="th-TH" dirty="0"/>
              <a:t> y</a:t>
            </a:r>
          </a:p>
          <a:p>
            <a:pPr eaLnBrk="1" hangingPunct="1">
              <a:buFont typeface="Arial" panose="020B0604020202020204" pitchFamily="34" charset="0"/>
              <a:buNone/>
            </a:pPr>
            <a:r>
              <a:rPr lang="en-US" altLang="th-TH" dirty="0"/>
              <a:t> </a:t>
            </a:r>
            <a:r>
              <a:rPr lang="en-US" altLang="th-TH" dirty="0" err="1"/>
              <a:t>log</a:t>
            </a:r>
            <a:r>
              <a:rPr lang="en-US" altLang="th-TH" baseline="-25000" dirty="0" err="1"/>
              <a:t>a</a:t>
            </a:r>
            <a:r>
              <a:rPr lang="en-US" altLang="th-TH" dirty="0"/>
              <a:t> (x/y) 	=  </a:t>
            </a:r>
            <a:r>
              <a:rPr lang="en-US" altLang="th-TH" dirty="0" err="1"/>
              <a:t>log</a:t>
            </a:r>
            <a:r>
              <a:rPr lang="en-US" altLang="th-TH" baseline="-25000" dirty="0" err="1"/>
              <a:t>a</a:t>
            </a:r>
            <a:r>
              <a:rPr lang="en-US" altLang="th-TH" dirty="0"/>
              <a:t> x - </a:t>
            </a:r>
            <a:r>
              <a:rPr lang="en-US" altLang="th-TH" dirty="0" err="1"/>
              <a:t>log</a:t>
            </a:r>
            <a:r>
              <a:rPr lang="en-US" altLang="th-TH" baseline="-25000" dirty="0" err="1"/>
              <a:t>a</a:t>
            </a:r>
            <a:r>
              <a:rPr lang="en-US" altLang="th-TH" dirty="0"/>
              <a:t> y</a:t>
            </a:r>
          </a:p>
          <a:p>
            <a:pPr eaLnBrk="1" hangingPunct="1">
              <a:buFont typeface="Arial" panose="020B0604020202020204" pitchFamily="34" charset="0"/>
              <a:buNone/>
            </a:pPr>
            <a:r>
              <a:rPr lang="en-US" altLang="th-TH" dirty="0" err="1"/>
              <a:t>log</a:t>
            </a:r>
            <a:r>
              <a:rPr lang="en-US" altLang="th-TH" baseline="-25000" dirty="0" err="1"/>
              <a:t>a</a:t>
            </a:r>
            <a:r>
              <a:rPr lang="en-US" altLang="th-TH" dirty="0"/>
              <a:t> x 	=  (</a:t>
            </a:r>
            <a:r>
              <a:rPr lang="en-US" altLang="th-TH" dirty="0" err="1"/>
              <a:t>log</a:t>
            </a:r>
            <a:r>
              <a:rPr lang="en-US" altLang="th-TH" baseline="-25000" dirty="0" err="1"/>
              <a:t>b</a:t>
            </a:r>
            <a:r>
              <a:rPr lang="en-US" altLang="th-TH" dirty="0"/>
              <a:t> x)/(</a:t>
            </a:r>
            <a:r>
              <a:rPr lang="en-US" altLang="th-TH" dirty="0" err="1"/>
              <a:t>log</a:t>
            </a:r>
            <a:r>
              <a:rPr lang="en-US" altLang="th-TH" baseline="-25000" dirty="0" err="1"/>
              <a:t>b</a:t>
            </a:r>
            <a:r>
              <a:rPr lang="en-US" altLang="th-TH" dirty="0"/>
              <a:t> a) = (</a:t>
            </a:r>
            <a:r>
              <a:rPr lang="en-US" altLang="th-TH" dirty="0" err="1"/>
              <a:t>log</a:t>
            </a:r>
            <a:r>
              <a:rPr lang="en-US" altLang="th-TH" baseline="-25000" dirty="0" err="1"/>
              <a:t>b</a:t>
            </a:r>
            <a:r>
              <a:rPr lang="en-US" altLang="th-TH" dirty="0"/>
              <a:t> x)(</a:t>
            </a:r>
            <a:r>
              <a:rPr lang="en-US" altLang="th-TH" dirty="0" err="1"/>
              <a:t>log</a:t>
            </a:r>
            <a:r>
              <a:rPr lang="en-US" altLang="th-TH" baseline="-25000" dirty="0" err="1"/>
              <a:t>a</a:t>
            </a:r>
            <a:r>
              <a:rPr lang="en-US" altLang="th-TH" dirty="0"/>
              <a:t> b)</a:t>
            </a:r>
          </a:p>
          <a:p>
            <a:pPr eaLnBrk="1" hangingPunct="1">
              <a:buFont typeface="Arial" panose="020B0604020202020204" pitchFamily="34" charset="0"/>
              <a:buNone/>
            </a:pPr>
            <a:endParaRPr lang="en-US" altLang="th-TH" dirty="0"/>
          </a:p>
          <a:p>
            <a:pPr eaLnBrk="1" hangingPunct="1">
              <a:buFont typeface="Arial" panose="020B0604020202020204" pitchFamily="34" charset="0"/>
              <a:buNone/>
            </a:pPr>
            <a:r>
              <a:rPr lang="en-US" altLang="th-TH" dirty="0"/>
              <a:t>	 a		=  x</a:t>
            </a:r>
          </a:p>
        </p:txBody>
      </p:sp>
      <p:sp>
        <p:nvSpPr>
          <p:cNvPr id="22532" name="TextBox 3"/>
          <p:cNvSpPr txBox="1">
            <a:spLocks noChangeArrowheads="1"/>
          </p:cNvSpPr>
          <p:nvPr/>
        </p:nvSpPr>
        <p:spPr bwMode="auto">
          <a:xfrm>
            <a:off x="723900" y="4722265"/>
            <a:ext cx="838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th-TH" sz="1800" dirty="0" err="1"/>
              <a:t>log</a:t>
            </a:r>
            <a:r>
              <a:rPr lang="en-US" altLang="th-TH" sz="1800" baseline="-25000" dirty="0" err="1"/>
              <a:t>b</a:t>
            </a:r>
            <a:r>
              <a:rPr lang="en-US" altLang="th-TH" sz="1800" dirty="0"/>
              <a:t> x</a:t>
            </a:r>
          </a:p>
        </p:txBody>
      </p:sp>
      <p:sp>
        <p:nvSpPr>
          <p:cNvPr id="22533" name="TextBox 4"/>
          <p:cNvSpPr txBox="1">
            <a:spLocks noChangeArrowheads="1"/>
          </p:cNvSpPr>
          <p:nvPr/>
        </p:nvSpPr>
        <p:spPr bwMode="auto">
          <a:xfrm>
            <a:off x="2133600" y="4742787"/>
            <a:ext cx="838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a:r>
              <a:rPr lang="en-US" altLang="th-TH" sz="1800" dirty="0" err="1"/>
              <a:t>log</a:t>
            </a:r>
            <a:r>
              <a:rPr lang="en-US" altLang="th-TH" sz="1800" baseline="-25000" dirty="0" err="1"/>
              <a:t>b</a:t>
            </a:r>
            <a:r>
              <a:rPr lang="en-US" altLang="th-TH" sz="1800" dirty="0"/>
              <a:t> a</a:t>
            </a:r>
          </a:p>
        </p:txBody>
      </p:sp>
    </p:spTree>
    <p:extLst>
      <p:ext uri="{BB962C8B-B14F-4D97-AF65-F5344CB8AC3E}">
        <p14:creationId xmlns:p14="http://schemas.microsoft.com/office/powerpoint/2010/main" val="1091455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xfrm>
            <a:off x="457200" y="198438"/>
            <a:ext cx="8686800" cy="563562"/>
          </a:xfrm>
        </p:spPr>
        <p:txBody>
          <a:bodyPr/>
          <a:lstStyle/>
          <a:p>
            <a:r>
              <a:rPr lang="en-US" altLang="th-TH" sz="3200"/>
              <a:t>Establishing order of growth using the definition</a:t>
            </a:r>
          </a:p>
        </p:txBody>
      </p:sp>
      <p:sp>
        <p:nvSpPr>
          <p:cNvPr id="268291" name="Rectangle 3"/>
          <p:cNvSpPr>
            <a:spLocks noGrp="1" noChangeArrowheads="1"/>
          </p:cNvSpPr>
          <p:nvPr>
            <p:ph idx="1"/>
          </p:nvPr>
        </p:nvSpPr>
        <p:spPr/>
        <p:txBody>
          <a:bodyPr/>
          <a:lstStyle/>
          <a:p>
            <a:pPr>
              <a:buFont typeface="Monotype Sorts" pitchFamily="2" charset="2"/>
              <a:buNone/>
            </a:pPr>
            <a:r>
              <a:rPr lang="en-US" altLang="th-TH"/>
              <a:t>Definition:</a:t>
            </a:r>
            <a:r>
              <a:rPr lang="en-US" altLang="th-TH" i="1"/>
              <a:t> f</a:t>
            </a:r>
            <a:r>
              <a:rPr lang="en-US" altLang="th-TH"/>
              <a:t>(</a:t>
            </a:r>
            <a:r>
              <a:rPr lang="en-US" altLang="th-TH" i="1"/>
              <a:t>n</a:t>
            </a:r>
            <a:r>
              <a:rPr lang="en-US" altLang="th-TH"/>
              <a:t>) is in O(</a:t>
            </a:r>
            <a:r>
              <a:rPr lang="en-US" altLang="th-TH" i="1"/>
              <a:t>g</a:t>
            </a:r>
            <a:r>
              <a:rPr lang="en-US" altLang="th-TH"/>
              <a:t>(</a:t>
            </a:r>
            <a:r>
              <a:rPr lang="en-US" altLang="th-TH" i="1"/>
              <a:t>n</a:t>
            </a:r>
            <a:r>
              <a:rPr lang="en-US" altLang="th-TH"/>
              <a:t>)) if order of growth of  </a:t>
            </a:r>
            <a:r>
              <a:rPr lang="en-US" altLang="th-TH" i="1"/>
              <a:t>f</a:t>
            </a:r>
            <a:r>
              <a:rPr lang="en-US" altLang="th-TH"/>
              <a:t>(</a:t>
            </a:r>
            <a:r>
              <a:rPr lang="en-US" altLang="th-TH" i="1"/>
              <a:t>n</a:t>
            </a:r>
            <a:r>
              <a:rPr lang="en-US" altLang="th-TH"/>
              <a:t>) </a:t>
            </a:r>
            <a:r>
              <a:rPr lang="en-US" altLang="th-TH">
                <a:cs typeface="Times New Roman" panose="02020603050405020304" pitchFamily="18" charset="0"/>
              </a:rPr>
              <a:t>≤ order  of growth of </a:t>
            </a:r>
            <a:r>
              <a:rPr lang="en-US" altLang="th-TH" i="1">
                <a:cs typeface="Times New Roman" panose="02020603050405020304" pitchFamily="18" charset="0"/>
              </a:rPr>
              <a:t>g</a:t>
            </a:r>
            <a:r>
              <a:rPr lang="en-US" altLang="th-TH">
                <a:cs typeface="Times New Roman" panose="02020603050405020304" pitchFamily="18" charset="0"/>
              </a:rPr>
              <a:t>(</a:t>
            </a:r>
            <a:r>
              <a:rPr lang="en-US" altLang="th-TH" i="1">
                <a:cs typeface="Times New Roman" panose="02020603050405020304" pitchFamily="18" charset="0"/>
              </a:rPr>
              <a:t>n</a:t>
            </a:r>
            <a:r>
              <a:rPr lang="en-US" altLang="th-TH">
                <a:cs typeface="Times New Roman" panose="02020603050405020304" pitchFamily="18" charset="0"/>
              </a:rPr>
              <a:t>) (within constant multiple),</a:t>
            </a:r>
            <a:br>
              <a:rPr lang="en-US" altLang="th-TH">
                <a:cs typeface="Times New Roman" panose="02020603050405020304" pitchFamily="18" charset="0"/>
              </a:rPr>
            </a:br>
            <a:r>
              <a:rPr lang="en-US" altLang="th-TH">
                <a:cs typeface="Times New Roman" panose="02020603050405020304" pitchFamily="18" charset="0"/>
              </a:rPr>
              <a:t>i.e., there exist positive constant </a:t>
            </a:r>
            <a:r>
              <a:rPr lang="en-US" altLang="th-TH" i="1">
                <a:cs typeface="Times New Roman" panose="02020603050405020304" pitchFamily="18" charset="0"/>
              </a:rPr>
              <a:t>c</a:t>
            </a:r>
            <a:r>
              <a:rPr lang="en-US" altLang="th-TH">
                <a:cs typeface="Times New Roman" panose="02020603050405020304" pitchFamily="18" charset="0"/>
              </a:rPr>
              <a:t> and non-negative integer </a:t>
            </a:r>
            <a:r>
              <a:rPr lang="en-US" altLang="th-TH" i="1">
                <a:cs typeface="Times New Roman" panose="02020603050405020304" pitchFamily="18" charset="0"/>
              </a:rPr>
              <a:t>n</a:t>
            </a:r>
            <a:r>
              <a:rPr lang="en-US" altLang="th-TH" baseline="-25000">
                <a:cs typeface="Times New Roman" panose="02020603050405020304" pitchFamily="18" charset="0"/>
              </a:rPr>
              <a:t>0</a:t>
            </a:r>
            <a:r>
              <a:rPr lang="en-US" altLang="th-TH">
                <a:cs typeface="Times New Roman" panose="02020603050405020304" pitchFamily="18" charset="0"/>
              </a:rPr>
              <a:t> such that</a:t>
            </a:r>
          </a:p>
          <a:p>
            <a:pPr>
              <a:buFont typeface="Monotype Sorts" pitchFamily="2" charset="2"/>
              <a:buNone/>
            </a:pPr>
            <a:r>
              <a:rPr lang="en-US" altLang="th-TH">
                <a:cs typeface="Times New Roman" panose="02020603050405020304" pitchFamily="18" charset="0"/>
              </a:rPr>
              <a:t>                	</a:t>
            </a:r>
            <a:r>
              <a:rPr lang="en-US" altLang="th-TH" i="1">
                <a:cs typeface="Times New Roman" panose="02020603050405020304" pitchFamily="18" charset="0"/>
              </a:rPr>
              <a:t>f</a:t>
            </a:r>
            <a:r>
              <a:rPr lang="en-US" altLang="th-TH">
                <a:cs typeface="Times New Roman" panose="02020603050405020304" pitchFamily="18" charset="0"/>
              </a:rPr>
              <a:t>(</a:t>
            </a:r>
            <a:r>
              <a:rPr lang="en-US" altLang="th-TH" i="1">
                <a:cs typeface="Times New Roman" panose="02020603050405020304" pitchFamily="18" charset="0"/>
              </a:rPr>
              <a:t>n</a:t>
            </a:r>
            <a:r>
              <a:rPr lang="en-US" altLang="th-TH">
                <a:cs typeface="Times New Roman" panose="02020603050405020304" pitchFamily="18" charset="0"/>
              </a:rPr>
              <a:t>) ≤ </a:t>
            </a:r>
            <a:r>
              <a:rPr lang="en-US" altLang="th-TH" i="1">
                <a:cs typeface="Times New Roman" panose="02020603050405020304" pitchFamily="18" charset="0"/>
              </a:rPr>
              <a:t>c g</a:t>
            </a:r>
            <a:r>
              <a:rPr lang="en-US" altLang="th-TH">
                <a:cs typeface="Times New Roman" panose="02020603050405020304" pitchFamily="18" charset="0"/>
              </a:rPr>
              <a:t>(</a:t>
            </a:r>
            <a:r>
              <a:rPr lang="en-US" altLang="th-TH" i="1">
                <a:cs typeface="Times New Roman" panose="02020603050405020304" pitchFamily="18" charset="0"/>
              </a:rPr>
              <a:t>n</a:t>
            </a:r>
            <a:r>
              <a:rPr lang="en-US" altLang="th-TH">
                <a:cs typeface="Times New Roman" panose="02020603050405020304" pitchFamily="18" charset="0"/>
              </a:rPr>
              <a:t>) for every </a:t>
            </a:r>
            <a:r>
              <a:rPr lang="en-US" altLang="th-TH" i="1">
                <a:cs typeface="Times New Roman" panose="02020603050405020304" pitchFamily="18" charset="0"/>
              </a:rPr>
              <a:t>n</a:t>
            </a:r>
            <a:r>
              <a:rPr lang="en-US" altLang="th-TH">
                <a:cs typeface="Times New Roman" panose="02020603050405020304" pitchFamily="18" charset="0"/>
              </a:rPr>
              <a:t> ≥ </a:t>
            </a:r>
            <a:r>
              <a:rPr lang="en-US" altLang="th-TH" i="1">
                <a:cs typeface="Times New Roman" panose="02020603050405020304" pitchFamily="18" charset="0"/>
              </a:rPr>
              <a:t>n</a:t>
            </a:r>
            <a:r>
              <a:rPr lang="en-US" altLang="th-TH" baseline="-25000">
                <a:cs typeface="Times New Roman" panose="02020603050405020304" pitchFamily="18" charset="0"/>
              </a:rPr>
              <a:t>0 </a:t>
            </a:r>
          </a:p>
          <a:p>
            <a:pPr>
              <a:buFont typeface="Monotype Sorts" pitchFamily="2" charset="2"/>
              <a:buNone/>
            </a:pPr>
            <a:endParaRPr lang="en-US" altLang="th-TH">
              <a:cs typeface="Times New Roman" panose="02020603050405020304" pitchFamily="18" charset="0"/>
            </a:endParaRPr>
          </a:p>
          <a:p>
            <a:pPr>
              <a:buFont typeface="Monotype Sorts" pitchFamily="2" charset="2"/>
              <a:buNone/>
            </a:pPr>
            <a:r>
              <a:rPr lang="en-US" altLang="th-TH">
                <a:cs typeface="Times New Roman" panose="02020603050405020304" pitchFamily="18" charset="0"/>
              </a:rPr>
              <a:t>Examples:</a:t>
            </a:r>
          </a:p>
          <a:p>
            <a:r>
              <a:rPr lang="en-US" altLang="th-TH">
                <a:cs typeface="Times New Roman" panose="02020603050405020304" pitchFamily="18" charset="0"/>
              </a:rPr>
              <a:t> 10</a:t>
            </a:r>
            <a:r>
              <a:rPr lang="en-US" altLang="th-TH" i="1">
                <a:cs typeface="Times New Roman" panose="02020603050405020304" pitchFamily="18" charset="0"/>
              </a:rPr>
              <a:t>n</a:t>
            </a:r>
            <a:r>
              <a:rPr lang="en-US" altLang="th-TH">
                <a:cs typeface="Times New Roman" panose="02020603050405020304" pitchFamily="18" charset="0"/>
              </a:rPr>
              <a:t> is O(</a:t>
            </a:r>
            <a:r>
              <a:rPr lang="en-US" altLang="th-TH" i="1">
                <a:cs typeface="Times New Roman" panose="02020603050405020304" pitchFamily="18" charset="0"/>
              </a:rPr>
              <a:t>n</a:t>
            </a:r>
            <a:r>
              <a:rPr lang="en-US" altLang="th-TH" baseline="30000">
                <a:cs typeface="Times New Roman" panose="02020603050405020304" pitchFamily="18" charset="0"/>
              </a:rPr>
              <a:t>2</a:t>
            </a:r>
            <a:r>
              <a:rPr lang="en-US" altLang="th-TH">
                <a:cs typeface="Times New Roman" panose="02020603050405020304" pitchFamily="18" charset="0"/>
              </a:rPr>
              <a:t>)</a:t>
            </a:r>
          </a:p>
          <a:p>
            <a:pPr>
              <a:buFont typeface="Monotype Sorts" pitchFamily="2" charset="2"/>
              <a:buNone/>
            </a:pPr>
            <a:br>
              <a:rPr lang="en-US" altLang="th-TH">
                <a:cs typeface="Times New Roman" panose="02020603050405020304" pitchFamily="18" charset="0"/>
              </a:rPr>
            </a:br>
            <a:endParaRPr lang="en-US" altLang="th-TH">
              <a:cs typeface="Times New Roman" panose="02020603050405020304" pitchFamily="18" charset="0"/>
            </a:endParaRPr>
          </a:p>
          <a:p>
            <a:r>
              <a:rPr lang="en-US" altLang="th-TH">
                <a:cs typeface="Times New Roman" panose="02020603050405020304" pitchFamily="18" charset="0"/>
              </a:rPr>
              <a:t>5</a:t>
            </a:r>
            <a:r>
              <a:rPr lang="en-US" altLang="th-TH" i="1">
                <a:cs typeface="Times New Roman" panose="02020603050405020304" pitchFamily="18" charset="0"/>
              </a:rPr>
              <a:t>n</a:t>
            </a:r>
            <a:r>
              <a:rPr lang="en-US" altLang="th-TH">
                <a:cs typeface="Times New Roman" panose="02020603050405020304" pitchFamily="18" charset="0"/>
              </a:rPr>
              <a:t>+20 is O(</a:t>
            </a:r>
            <a:r>
              <a:rPr lang="en-US" altLang="th-TH" i="1">
                <a:cs typeface="Times New Roman" panose="02020603050405020304" pitchFamily="18" charset="0"/>
              </a:rPr>
              <a:t>n</a:t>
            </a:r>
            <a:r>
              <a:rPr lang="en-US" altLang="th-TH">
                <a:cs typeface="Times New Roman" panose="02020603050405020304" pitchFamily="18" charset="0"/>
              </a:rPr>
              <a:t>)</a:t>
            </a: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4F7B80E7-1CC9-44D6-8469-242D513858E1}" type="slidenum">
              <a:rPr lang="en-US" altLang="th-TH"/>
              <a:pPr/>
              <a:t>20</a:t>
            </a:fld>
            <a:endParaRPr lang="en-US" altLang="th-TH"/>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xfrm>
            <a:off x="457200" y="198438"/>
            <a:ext cx="8686800" cy="563562"/>
          </a:xfrm>
        </p:spPr>
        <p:txBody>
          <a:bodyPr rtlCol="0">
            <a:normAutofit/>
          </a:bodyPr>
          <a:lstStyle/>
          <a:p>
            <a:pPr eaLnBrk="1" fontAlgn="auto" hangingPunct="1">
              <a:spcAft>
                <a:spcPts val="0"/>
              </a:spcAft>
              <a:defRPr/>
            </a:pPr>
            <a:r>
              <a:rPr lang="en-US" sz="3200"/>
              <a:t>Establishing order of growth using the definition</a:t>
            </a:r>
          </a:p>
        </p:txBody>
      </p:sp>
      <p:sp>
        <p:nvSpPr>
          <p:cNvPr id="268291" name="Rectangle 3"/>
          <p:cNvSpPr>
            <a:spLocks noGrp="1" noChangeArrowheads="1"/>
          </p:cNvSpPr>
          <p:nvPr>
            <p:ph idx="1"/>
          </p:nvPr>
        </p:nvSpPr>
        <p:spPr/>
        <p:txBody>
          <a:bodyPr rtlCol="0">
            <a:normAutofit/>
          </a:bodyPr>
          <a:lstStyle/>
          <a:p>
            <a:pPr eaLnBrk="1" fontAlgn="auto" hangingPunct="1">
              <a:lnSpc>
                <a:spcPct val="120000"/>
              </a:lnSpc>
              <a:spcAft>
                <a:spcPts val="0"/>
              </a:spcAft>
              <a:buFont typeface="Monotype Sorts" pitchFamily="2" charset="2"/>
              <a:buNone/>
              <a:defRPr/>
            </a:pPr>
            <a:r>
              <a:rPr lang="en-US" b="1" dirty="0"/>
              <a:t>Definition</a:t>
            </a:r>
            <a:r>
              <a:rPr lang="en-US" dirty="0"/>
              <a:t>:</a:t>
            </a:r>
            <a:r>
              <a:rPr lang="en-US" i="1" dirty="0"/>
              <a:t> f</a:t>
            </a:r>
            <a:r>
              <a:rPr lang="en-US" dirty="0"/>
              <a:t>(</a:t>
            </a:r>
            <a:r>
              <a:rPr lang="en-US" i="1" dirty="0"/>
              <a:t>n</a:t>
            </a:r>
            <a:r>
              <a:rPr lang="en-US" dirty="0"/>
              <a:t>) is in </a:t>
            </a:r>
            <a:r>
              <a:rPr lang="el-GR" dirty="0">
                <a:latin typeface="Lucida Grande" pitchFamily="84" charset="0"/>
                <a:cs typeface="Times New Roman" pitchFamily="18" charset="0"/>
              </a:rPr>
              <a:t>Ω</a:t>
            </a:r>
            <a:r>
              <a:rPr lang="en-US" dirty="0"/>
              <a:t>(</a:t>
            </a:r>
            <a:r>
              <a:rPr lang="en-US" i="1" dirty="0"/>
              <a:t>g</a:t>
            </a:r>
            <a:r>
              <a:rPr lang="en-US" dirty="0"/>
              <a:t>(</a:t>
            </a:r>
            <a:r>
              <a:rPr lang="en-US" i="1" dirty="0"/>
              <a:t>n</a:t>
            </a:r>
            <a:r>
              <a:rPr lang="en-US" dirty="0"/>
              <a:t>)) if order of growth of  </a:t>
            </a:r>
            <a:r>
              <a:rPr lang="en-US" i="1" dirty="0"/>
              <a:t>f</a:t>
            </a:r>
            <a:r>
              <a:rPr lang="en-US" dirty="0"/>
              <a:t>(</a:t>
            </a:r>
            <a:r>
              <a:rPr lang="en-US" i="1" dirty="0"/>
              <a:t>n</a:t>
            </a:r>
            <a:r>
              <a:rPr lang="en-US" dirty="0"/>
              <a:t>) </a:t>
            </a:r>
            <a:r>
              <a:rPr lang="en-US" dirty="0">
                <a:latin typeface="Lucida Grande" pitchFamily="84" charset="0"/>
                <a:cs typeface="Times New Roman" pitchFamily="18" charset="0"/>
                <a:sym typeface="Symbol"/>
              </a:rPr>
              <a:t></a:t>
            </a:r>
            <a:r>
              <a:rPr lang="en-US" dirty="0">
                <a:cs typeface="Times New Roman" pitchFamily="18" charset="0"/>
              </a:rPr>
              <a:t> order  of growth of </a:t>
            </a:r>
            <a:r>
              <a:rPr lang="en-US" i="1" dirty="0">
                <a:cs typeface="Times New Roman" pitchFamily="18" charset="0"/>
              </a:rPr>
              <a:t>g</a:t>
            </a:r>
            <a:r>
              <a:rPr lang="en-US" dirty="0">
                <a:cs typeface="Times New Roman" pitchFamily="18" charset="0"/>
              </a:rPr>
              <a:t>(</a:t>
            </a:r>
            <a:r>
              <a:rPr lang="en-US" i="1" dirty="0">
                <a:cs typeface="Times New Roman" pitchFamily="18" charset="0"/>
              </a:rPr>
              <a:t>n</a:t>
            </a:r>
            <a:r>
              <a:rPr lang="en-US" dirty="0">
                <a:cs typeface="Times New Roman" pitchFamily="18" charset="0"/>
              </a:rPr>
              <a:t>) (within constant multiple),</a:t>
            </a:r>
            <a:br>
              <a:rPr lang="en-US" dirty="0">
                <a:cs typeface="Times New Roman" pitchFamily="18" charset="0"/>
              </a:rPr>
            </a:br>
            <a:r>
              <a:rPr lang="en-US" dirty="0">
                <a:cs typeface="Times New Roman" pitchFamily="18" charset="0"/>
              </a:rPr>
              <a:t>i.e., there exist positive constant </a:t>
            </a:r>
            <a:r>
              <a:rPr lang="en-US" i="1" dirty="0">
                <a:cs typeface="Times New Roman" pitchFamily="18" charset="0"/>
              </a:rPr>
              <a:t>c</a:t>
            </a:r>
            <a:r>
              <a:rPr lang="en-US" dirty="0">
                <a:cs typeface="Times New Roman" pitchFamily="18" charset="0"/>
              </a:rPr>
              <a:t> and non-negative integer </a:t>
            </a:r>
            <a:r>
              <a:rPr lang="en-US" i="1" dirty="0">
                <a:cs typeface="Times New Roman" pitchFamily="18" charset="0"/>
              </a:rPr>
              <a:t>n</a:t>
            </a:r>
            <a:r>
              <a:rPr lang="en-US" baseline="-25000" dirty="0">
                <a:cs typeface="Times New Roman" pitchFamily="18" charset="0"/>
              </a:rPr>
              <a:t>0</a:t>
            </a:r>
            <a:r>
              <a:rPr lang="en-US" dirty="0">
                <a:cs typeface="Times New Roman" pitchFamily="18" charset="0"/>
              </a:rPr>
              <a:t> such that</a:t>
            </a:r>
          </a:p>
          <a:p>
            <a:pPr eaLnBrk="1" fontAlgn="auto" hangingPunct="1">
              <a:spcAft>
                <a:spcPts val="0"/>
              </a:spcAft>
              <a:buFont typeface="Monotype Sorts" pitchFamily="2" charset="2"/>
              <a:buNone/>
              <a:defRPr/>
            </a:pPr>
            <a:r>
              <a:rPr lang="en-US" dirty="0">
                <a:cs typeface="Times New Roman" pitchFamily="18" charset="0"/>
              </a:rPr>
              <a:t>                	</a:t>
            </a:r>
            <a:r>
              <a:rPr lang="en-US" i="1" dirty="0">
                <a:cs typeface="Times New Roman" pitchFamily="18" charset="0"/>
              </a:rPr>
              <a:t>f</a:t>
            </a:r>
            <a:r>
              <a:rPr lang="en-US" dirty="0">
                <a:cs typeface="Times New Roman" pitchFamily="18" charset="0"/>
              </a:rPr>
              <a:t>(</a:t>
            </a:r>
            <a:r>
              <a:rPr lang="en-US" i="1" dirty="0">
                <a:cs typeface="Times New Roman" pitchFamily="18" charset="0"/>
              </a:rPr>
              <a:t>n</a:t>
            </a:r>
            <a:r>
              <a:rPr lang="en-US" dirty="0">
                <a:cs typeface="Times New Roman" pitchFamily="18" charset="0"/>
              </a:rPr>
              <a:t>) </a:t>
            </a:r>
            <a:r>
              <a:rPr lang="en-US" dirty="0">
                <a:latin typeface="Lucida Grande" pitchFamily="84" charset="0"/>
                <a:cs typeface="Times New Roman" pitchFamily="18" charset="0"/>
                <a:sym typeface="Symbol"/>
              </a:rPr>
              <a:t></a:t>
            </a:r>
            <a:r>
              <a:rPr lang="en-US" dirty="0">
                <a:cs typeface="Times New Roman" pitchFamily="18" charset="0"/>
              </a:rPr>
              <a:t> </a:t>
            </a:r>
            <a:r>
              <a:rPr lang="en-US" i="1" dirty="0">
                <a:cs typeface="Times New Roman" pitchFamily="18" charset="0"/>
              </a:rPr>
              <a:t>c g</a:t>
            </a:r>
            <a:r>
              <a:rPr lang="en-US" dirty="0">
                <a:cs typeface="Times New Roman" pitchFamily="18" charset="0"/>
              </a:rPr>
              <a:t>(</a:t>
            </a:r>
            <a:r>
              <a:rPr lang="en-US" i="1" dirty="0">
                <a:cs typeface="Times New Roman" pitchFamily="18" charset="0"/>
              </a:rPr>
              <a:t>n</a:t>
            </a:r>
            <a:r>
              <a:rPr lang="en-US" dirty="0">
                <a:cs typeface="Times New Roman" pitchFamily="18" charset="0"/>
              </a:rPr>
              <a:t>) for every </a:t>
            </a:r>
            <a:r>
              <a:rPr lang="en-US" i="1" dirty="0">
                <a:cs typeface="Times New Roman" pitchFamily="18" charset="0"/>
              </a:rPr>
              <a:t>n</a:t>
            </a:r>
            <a:r>
              <a:rPr lang="en-US" dirty="0">
                <a:cs typeface="Times New Roman" pitchFamily="18" charset="0"/>
              </a:rPr>
              <a:t> </a:t>
            </a:r>
            <a:r>
              <a:rPr lang="en-US" dirty="0">
                <a:latin typeface="Lucida Grande" pitchFamily="84" charset="0"/>
                <a:cs typeface="Times New Roman" pitchFamily="18" charset="0"/>
              </a:rPr>
              <a:t>≥</a:t>
            </a:r>
            <a:r>
              <a:rPr lang="en-US" dirty="0">
                <a:cs typeface="Times New Roman" pitchFamily="18" charset="0"/>
              </a:rPr>
              <a:t> </a:t>
            </a:r>
            <a:r>
              <a:rPr lang="en-US" i="1" dirty="0">
                <a:cs typeface="Times New Roman" pitchFamily="18" charset="0"/>
              </a:rPr>
              <a:t>n</a:t>
            </a:r>
            <a:r>
              <a:rPr lang="en-US" baseline="-25000" dirty="0">
                <a:cs typeface="Times New Roman" pitchFamily="18" charset="0"/>
              </a:rPr>
              <a:t>0 </a:t>
            </a:r>
          </a:p>
          <a:p>
            <a:pPr eaLnBrk="1" fontAlgn="auto" hangingPunct="1">
              <a:spcAft>
                <a:spcPts val="0"/>
              </a:spcAft>
              <a:buFont typeface="Monotype Sorts" pitchFamily="2" charset="2"/>
              <a:buNone/>
              <a:defRPr/>
            </a:pPr>
            <a:endParaRPr lang="en-US" dirty="0">
              <a:cs typeface="Times New Roman" pitchFamily="18" charset="0"/>
            </a:endParaRPr>
          </a:p>
          <a:p>
            <a:pPr eaLnBrk="1" fontAlgn="auto" hangingPunct="1">
              <a:spcAft>
                <a:spcPts val="0"/>
              </a:spcAft>
              <a:buFont typeface="Monotype Sorts" pitchFamily="2" charset="2"/>
              <a:buNone/>
              <a:defRPr/>
            </a:pPr>
            <a:r>
              <a:rPr lang="en-US" dirty="0">
                <a:cs typeface="Times New Roman" pitchFamily="18" charset="0"/>
              </a:rPr>
              <a:t>Examples:</a:t>
            </a:r>
          </a:p>
          <a:p>
            <a:pPr eaLnBrk="1" fontAlgn="auto" hangingPunct="1">
              <a:spcAft>
                <a:spcPts val="0"/>
              </a:spcAft>
              <a:defRPr/>
            </a:pPr>
            <a:r>
              <a:rPr lang="en-US" dirty="0">
                <a:cs typeface="Times New Roman" pitchFamily="18" charset="0"/>
              </a:rPr>
              <a:t> 10</a:t>
            </a:r>
            <a:r>
              <a:rPr lang="en-US" i="1" dirty="0">
                <a:cs typeface="Times New Roman" pitchFamily="18" charset="0"/>
              </a:rPr>
              <a:t>n</a:t>
            </a:r>
            <a:r>
              <a:rPr lang="en-US" dirty="0">
                <a:cs typeface="Times New Roman" pitchFamily="18" charset="0"/>
              </a:rPr>
              <a:t> is </a:t>
            </a:r>
            <a:r>
              <a:rPr lang="el-GR" dirty="0">
                <a:latin typeface="Lucida Grande" pitchFamily="84" charset="0"/>
                <a:cs typeface="Times New Roman" pitchFamily="18" charset="0"/>
              </a:rPr>
              <a:t>Ω</a:t>
            </a:r>
            <a:r>
              <a:rPr lang="en-US" dirty="0">
                <a:cs typeface="Times New Roman" pitchFamily="18" charset="0"/>
              </a:rPr>
              <a:t>(</a:t>
            </a:r>
            <a:r>
              <a:rPr lang="en-US" i="1" dirty="0">
                <a:cs typeface="Times New Roman" pitchFamily="18" charset="0"/>
              </a:rPr>
              <a:t>n</a:t>
            </a:r>
            <a:r>
              <a:rPr lang="en-US" dirty="0">
                <a:cs typeface="Times New Roman" pitchFamily="18" charset="0"/>
              </a:rPr>
              <a:t>)</a:t>
            </a:r>
          </a:p>
          <a:p>
            <a:pPr eaLnBrk="1" fontAlgn="auto" hangingPunct="1">
              <a:spcAft>
                <a:spcPts val="0"/>
              </a:spcAft>
              <a:defRPr/>
            </a:pPr>
            <a:r>
              <a:rPr lang="en-US" i="1" dirty="0">
                <a:cs typeface="Times New Roman" pitchFamily="18" charset="0"/>
              </a:rPr>
              <a:t>n</a:t>
            </a:r>
            <a:r>
              <a:rPr lang="en-US" baseline="30000" dirty="0">
                <a:cs typeface="Times New Roman" pitchFamily="18" charset="0"/>
              </a:rPr>
              <a:t>2</a:t>
            </a:r>
            <a:r>
              <a:rPr lang="en-US" dirty="0">
                <a:cs typeface="Times New Roman" pitchFamily="18" charset="0"/>
              </a:rPr>
              <a:t>+5n+20 is </a:t>
            </a:r>
            <a:r>
              <a:rPr lang="el-GR" dirty="0">
                <a:latin typeface="Lucida Grande" pitchFamily="84" charset="0"/>
                <a:cs typeface="Times New Roman" pitchFamily="18" charset="0"/>
              </a:rPr>
              <a:t>Ω</a:t>
            </a:r>
            <a:r>
              <a:rPr lang="en-US" dirty="0">
                <a:latin typeface="Lucida Grande" pitchFamily="84" charset="0"/>
                <a:cs typeface="Times New Roman" pitchFamily="18" charset="0"/>
              </a:rPr>
              <a:t>(</a:t>
            </a:r>
            <a:r>
              <a:rPr lang="en-US" i="1" dirty="0">
                <a:cs typeface="Times New Roman" pitchFamily="18" charset="0"/>
              </a:rPr>
              <a:t>n</a:t>
            </a:r>
            <a:r>
              <a:rPr lang="en-US" i="1" baseline="30000" dirty="0">
                <a:cs typeface="Times New Roman" pitchFamily="18" charset="0"/>
              </a:rPr>
              <a:t>2</a:t>
            </a:r>
            <a:r>
              <a:rPr lang="en-US" dirty="0">
                <a:cs typeface="Times New Roman" pitchFamily="18" charset="0"/>
              </a:rPr>
              <a:t>)</a:t>
            </a:r>
          </a:p>
          <a:p>
            <a:pPr eaLnBrk="1" fontAlgn="auto" hangingPunct="1">
              <a:spcAft>
                <a:spcPts val="0"/>
              </a:spcAft>
              <a:defRPr/>
            </a:pPr>
            <a:r>
              <a:rPr lang="en-US" i="1" dirty="0">
                <a:cs typeface="Times New Roman" pitchFamily="18" charset="0"/>
              </a:rPr>
              <a:t>n</a:t>
            </a:r>
            <a:r>
              <a:rPr lang="en-US" baseline="30000" dirty="0">
                <a:cs typeface="Times New Roman" pitchFamily="18" charset="0"/>
              </a:rPr>
              <a:t>2</a:t>
            </a:r>
            <a:r>
              <a:rPr lang="en-US" dirty="0">
                <a:cs typeface="Times New Roman" pitchFamily="18" charset="0"/>
              </a:rPr>
              <a:t>+5n+20 is </a:t>
            </a:r>
            <a:r>
              <a:rPr lang="el-GR" dirty="0">
                <a:latin typeface="Lucida Grande" pitchFamily="84" charset="0"/>
                <a:cs typeface="Times New Roman" pitchFamily="18" charset="0"/>
              </a:rPr>
              <a:t>Ω</a:t>
            </a:r>
            <a:r>
              <a:rPr lang="en-US" dirty="0">
                <a:latin typeface="Lucida Grande" pitchFamily="84" charset="0"/>
                <a:cs typeface="Times New Roman" pitchFamily="18" charset="0"/>
              </a:rPr>
              <a:t>(</a:t>
            </a:r>
            <a:r>
              <a:rPr lang="en-US" i="1" dirty="0">
                <a:cs typeface="Times New Roman" pitchFamily="18" charset="0"/>
              </a:rPr>
              <a:t>n</a:t>
            </a:r>
            <a:r>
              <a:rPr lang="en-US" dirty="0">
                <a:cs typeface="Times New Roman" pitchFamily="18" charset="0"/>
              </a:rPr>
              <a:t>)</a:t>
            </a:r>
          </a:p>
        </p:txBody>
      </p:sp>
    </p:spTree>
    <p:extLst>
      <p:ext uri="{BB962C8B-B14F-4D97-AF65-F5344CB8AC3E}">
        <p14:creationId xmlns:p14="http://schemas.microsoft.com/office/powerpoint/2010/main" val="16605996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p:cNvSpPr>
            <a:spLocks noGrp="1" noChangeArrowheads="1"/>
          </p:cNvSpPr>
          <p:nvPr>
            <p:ph type="title"/>
          </p:nvPr>
        </p:nvSpPr>
        <p:spPr>
          <a:xfrm>
            <a:off x="457200" y="198438"/>
            <a:ext cx="8686800" cy="563562"/>
          </a:xfrm>
        </p:spPr>
        <p:txBody>
          <a:bodyPr rtlCol="0">
            <a:normAutofit/>
          </a:bodyPr>
          <a:lstStyle/>
          <a:p>
            <a:pPr eaLnBrk="1" fontAlgn="auto" hangingPunct="1">
              <a:spcAft>
                <a:spcPts val="0"/>
              </a:spcAft>
              <a:defRPr/>
            </a:pPr>
            <a:r>
              <a:rPr lang="en-US" sz="3200"/>
              <a:t>Establishing order of growth using the definition</a:t>
            </a:r>
          </a:p>
        </p:txBody>
      </p:sp>
      <p:sp>
        <p:nvSpPr>
          <p:cNvPr id="268291" name="Rectangle 3"/>
          <p:cNvSpPr>
            <a:spLocks noGrp="1" noChangeArrowheads="1"/>
          </p:cNvSpPr>
          <p:nvPr>
            <p:ph idx="1"/>
          </p:nvPr>
        </p:nvSpPr>
        <p:spPr/>
        <p:txBody>
          <a:bodyPr rtlCol="0">
            <a:normAutofit/>
          </a:bodyPr>
          <a:lstStyle/>
          <a:p>
            <a:pPr eaLnBrk="1" fontAlgn="auto" hangingPunct="1">
              <a:lnSpc>
                <a:spcPct val="120000"/>
              </a:lnSpc>
              <a:spcAft>
                <a:spcPts val="0"/>
              </a:spcAft>
              <a:buFont typeface="Monotype Sorts" pitchFamily="2" charset="2"/>
              <a:buNone/>
              <a:defRPr/>
            </a:pPr>
            <a:r>
              <a:rPr lang="en-US" b="1" dirty="0"/>
              <a:t>Definition:</a:t>
            </a:r>
            <a:r>
              <a:rPr lang="en-US" b="1" i="1" dirty="0"/>
              <a:t> </a:t>
            </a:r>
            <a:r>
              <a:rPr lang="en-US" i="1" dirty="0"/>
              <a:t>f</a:t>
            </a:r>
            <a:r>
              <a:rPr lang="en-US" dirty="0"/>
              <a:t>(</a:t>
            </a:r>
            <a:r>
              <a:rPr lang="en-US" i="1" dirty="0"/>
              <a:t>n</a:t>
            </a:r>
            <a:r>
              <a:rPr lang="en-US" dirty="0"/>
              <a:t>) is in </a:t>
            </a:r>
            <a:r>
              <a:rPr lang="el-GR" dirty="0">
                <a:latin typeface="Lucida Grande" pitchFamily="84" charset="0"/>
                <a:cs typeface="Times New Roman" pitchFamily="18" charset="0"/>
              </a:rPr>
              <a:t>Θ</a:t>
            </a:r>
            <a:r>
              <a:rPr lang="en-US" dirty="0"/>
              <a:t>(</a:t>
            </a:r>
            <a:r>
              <a:rPr lang="en-US" i="1" dirty="0"/>
              <a:t>g</a:t>
            </a:r>
            <a:r>
              <a:rPr lang="en-US" dirty="0"/>
              <a:t>(</a:t>
            </a:r>
            <a:r>
              <a:rPr lang="en-US" i="1" dirty="0"/>
              <a:t>n</a:t>
            </a:r>
            <a:r>
              <a:rPr lang="en-US" dirty="0"/>
              <a:t>)) if order of growth of  </a:t>
            </a:r>
            <a:r>
              <a:rPr lang="en-US" i="1" dirty="0"/>
              <a:t>f</a:t>
            </a:r>
            <a:r>
              <a:rPr lang="en-US" dirty="0"/>
              <a:t>(</a:t>
            </a:r>
            <a:r>
              <a:rPr lang="en-US" i="1" dirty="0"/>
              <a:t>n</a:t>
            </a:r>
            <a:r>
              <a:rPr lang="en-US" dirty="0"/>
              <a:t>) =</a:t>
            </a:r>
            <a:r>
              <a:rPr lang="en-US" dirty="0">
                <a:cs typeface="Times New Roman" pitchFamily="18" charset="0"/>
              </a:rPr>
              <a:t> order  of growth of </a:t>
            </a:r>
            <a:r>
              <a:rPr lang="en-US" i="1" dirty="0">
                <a:cs typeface="Times New Roman" pitchFamily="18" charset="0"/>
              </a:rPr>
              <a:t>g</a:t>
            </a:r>
            <a:r>
              <a:rPr lang="en-US" dirty="0">
                <a:cs typeface="Times New Roman" pitchFamily="18" charset="0"/>
              </a:rPr>
              <a:t>(</a:t>
            </a:r>
            <a:r>
              <a:rPr lang="en-US" i="1" dirty="0">
                <a:cs typeface="Times New Roman" pitchFamily="18" charset="0"/>
              </a:rPr>
              <a:t>n</a:t>
            </a:r>
            <a:r>
              <a:rPr lang="en-US" dirty="0">
                <a:cs typeface="Times New Roman" pitchFamily="18" charset="0"/>
              </a:rPr>
              <a:t>)</a:t>
            </a:r>
            <a:r>
              <a:rPr lang="en-US" dirty="0">
                <a:latin typeface="Lucida Grande" pitchFamily="84" charset="0"/>
                <a:cs typeface="Times New Roman" pitchFamily="18" charset="0"/>
              </a:rPr>
              <a:t> </a:t>
            </a:r>
            <a:r>
              <a:rPr lang="en-US" dirty="0">
                <a:cs typeface="Times New Roman" pitchFamily="18" charset="0"/>
              </a:rPr>
              <a:t>(within constant multiple),</a:t>
            </a:r>
            <a:br>
              <a:rPr lang="en-US" dirty="0">
                <a:cs typeface="Times New Roman" pitchFamily="18" charset="0"/>
              </a:rPr>
            </a:br>
            <a:r>
              <a:rPr lang="en-US" dirty="0">
                <a:cs typeface="Times New Roman" pitchFamily="18" charset="0"/>
              </a:rPr>
              <a:t>i.e., there exist positive constants </a:t>
            </a:r>
            <a:r>
              <a:rPr lang="en-US" i="1" dirty="0">
                <a:cs typeface="Times New Roman" pitchFamily="18" charset="0"/>
              </a:rPr>
              <a:t>c</a:t>
            </a:r>
            <a:r>
              <a:rPr lang="en-US" i="1" baseline="-25000" dirty="0">
                <a:cs typeface="Times New Roman" pitchFamily="18" charset="0"/>
              </a:rPr>
              <a:t>1</a:t>
            </a:r>
            <a:r>
              <a:rPr lang="en-US" dirty="0">
                <a:cs typeface="Times New Roman" pitchFamily="18" charset="0"/>
              </a:rPr>
              <a:t> and c</a:t>
            </a:r>
            <a:r>
              <a:rPr lang="en-US" baseline="-25000" dirty="0">
                <a:cs typeface="Times New Roman" pitchFamily="18" charset="0"/>
              </a:rPr>
              <a:t>2</a:t>
            </a:r>
            <a:r>
              <a:rPr lang="en-US" dirty="0">
                <a:cs typeface="Times New Roman" pitchFamily="18" charset="0"/>
              </a:rPr>
              <a:t> and non-negative integer </a:t>
            </a:r>
            <a:r>
              <a:rPr lang="en-US" i="1" dirty="0">
                <a:cs typeface="Times New Roman" pitchFamily="18" charset="0"/>
              </a:rPr>
              <a:t>n</a:t>
            </a:r>
            <a:r>
              <a:rPr lang="en-US" baseline="-25000" dirty="0">
                <a:cs typeface="Times New Roman" pitchFamily="18" charset="0"/>
              </a:rPr>
              <a:t>0</a:t>
            </a:r>
            <a:r>
              <a:rPr lang="en-US" dirty="0">
                <a:cs typeface="Times New Roman" pitchFamily="18" charset="0"/>
              </a:rPr>
              <a:t> such that</a:t>
            </a:r>
          </a:p>
          <a:p>
            <a:pPr eaLnBrk="1" fontAlgn="auto" hangingPunct="1">
              <a:spcAft>
                <a:spcPts val="0"/>
              </a:spcAft>
              <a:buFont typeface="Monotype Sorts" pitchFamily="2" charset="2"/>
              <a:buNone/>
              <a:defRPr/>
            </a:pPr>
            <a:r>
              <a:rPr lang="en-US" dirty="0">
                <a:cs typeface="Times New Roman" pitchFamily="18" charset="0"/>
              </a:rPr>
              <a:t>		 </a:t>
            </a:r>
            <a:r>
              <a:rPr lang="en-US" i="1" dirty="0">
                <a:cs typeface="Times New Roman" pitchFamily="18" charset="0"/>
              </a:rPr>
              <a:t>c</a:t>
            </a:r>
            <a:r>
              <a:rPr lang="en-US" i="1" baseline="-25000" dirty="0">
                <a:cs typeface="Times New Roman" pitchFamily="18" charset="0"/>
              </a:rPr>
              <a:t>1</a:t>
            </a:r>
            <a:r>
              <a:rPr lang="en-US" i="1" dirty="0">
                <a:cs typeface="Times New Roman" pitchFamily="18" charset="0"/>
              </a:rPr>
              <a:t> g</a:t>
            </a:r>
            <a:r>
              <a:rPr lang="en-US" dirty="0">
                <a:cs typeface="Times New Roman" pitchFamily="18" charset="0"/>
              </a:rPr>
              <a:t>(</a:t>
            </a:r>
            <a:r>
              <a:rPr lang="en-US" i="1" dirty="0">
                <a:cs typeface="Times New Roman" pitchFamily="18" charset="0"/>
              </a:rPr>
              <a:t>n</a:t>
            </a:r>
            <a:r>
              <a:rPr lang="en-US" dirty="0">
                <a:cs typeface="Times New Roman" pitchFamily="18" charset="0"/>
              </a:rPr>
              <a:t>) </a:t>
            </a:r>
            <a:r>
              <a:rPr lang="en-US" dirty="0">
                <a:latin typeface="Lucida Grande" pitchFamily="84" charset="0"/>
                <a:cs typeface="Times New Roman" pitchFamily="18" charset="0"/>
              </a:rPr>
              <a:t>≤ </a:t>
            </a:r>
            <a:r>
              <a:rPr lang="en-US" i="1" dirty="0">
                <a:cs typeface="Times New Roman" pitchFamily="18" charset="0"/>
              </a:rPr>
              <a:t>f</a:t>
            </a:r>
            <a:r>
              <a:rPr lang="en-US" dirty="0">
                <a:cs typeface="Times New Roman" pitchFamily="18" charset="0"/>
              </a:rPr>
              <a:t>(</a:t>
            </a:r>
            <a:r>
              <a:rPr lang="en-US" i="1" dirty="0">
                <a:cs typeface="Times New Roman" pitchFamily="18" charset="0"/>
              </a:rPr>
              <a:t>n</a:t>
            </a:r>
            <a:r>
              <a:rPr lang="en-US" dirty="0">
                <a:cs typeface="Times New Roman" pitchFamily="18" charset="0"/>
              </a:rPr>
              <a:t>) </a:t>
            </a:r>
            <a:r>
              <a:rPr lang="en-US" dirty="0">
                <a:latin typeface="Lucida Grande" pitchFamily="84" charset="0"/>
                <a:cs typeface="Times New Roman" pitchFamily="18" charset="0"/>
              </a:rPr>
              <a:t>≤</a:t>
            </a:r>
            <a:r>
              <a:rPr lang="en-US" dirty="0">
                <a:cs typeface="Times New Roman" pitchFamily="18" charset="0"/>
              </a:rPr>
              <a:t> </a:t>
            </a:r>
            <a:r>
              <a:rPr lang="en-US" i="1" dirty="0">
                <a:cs typeface="Times New Roman" pitchFamily="18" charset="0"/>
              </a:rPr>
              <a:t>c</a:t>
            </a:r>
            <a:r>
              <a:rPr lang="en-US" i="1" baseline="-25000" dirty="0">
                <a:cs typeface="Times New Roman" pitchFamily="18" charset="0"/>
              </a:rPr>
              <a:t>2</a:t>
            </a:r>
            <a:r>
              <a:rPr lang="en-US" i="1" dirty="0">
                <a:cs typeface="Times New Roman" pitchFamily="18" charset="0"/>
              </a:rPr>
              <a:t> g</a:t>
            </a:r>
            <a:r>
              <a:rPr lang="en-US" dirty="0">
                <a:cs typeface="Times New Roman" pitchFamily="18" charset="0"/>
              </a:rPr>
              <a:t>(</a:t>
            </a:r>
            <a:r>
              <a:rPr lang="en-US" i="1" dirty="0">
                <a:cs typeface="Times New Roman" pitchFamily="18" charset="0"/>
              </a:rPr>
              <a:t>n</a:t>
            </a:r>
            <a:r>
              <a:rPr lang="en-US" dirty="0">
                <a:cs typeface="Times New Roman" pitchFamily="18" charset="0"/>
              </a:rPr>
              <a:t>) for every </a:t>
            </a:r>
            <a:r>
              <a:rPr lang="en-US" i="1" dirty="0">
                <a:cs typeface="Times New Roman" pitchFamily="18" charset="0"/>
              </a:rPr>
              <a:t>n</a:t>
            </a:r>
            <a:r>
              <a:rPr lang="en-US" dirty="0">
                <a:cs typeface="Times New Roman" pitchFamily="18" charset="0"/>
              </a:rPr>
              <a:t> </a:t>
            </a:r>
            <a:r>
              <a:rPr lang="en-US" dirty="0">
                <a:latin typeface="Lucida Grande" pitchFamily="84" charset="0"/>
                <a:cs typeface="Times New Roman" pitchFamily="18" charset="0"/>
              </a:rPr>
              <a:t>≥</a:t>
            </a:r>
            <a:r>
              <a:rPr lang="en-US" dirty="0">
                <a:cs typeface="Times New Roman" pitchFamily="18" charset="0"/>
              </a:rPr>
              <a:t> </a:t>
            </a:r>
            <a:r>
              <a:rPr lang="en-US" i="1" dirty="0">
                <a:cs typeface="Times New Roman" pitchFamily="18" charset="0"/>
              </a:rPr>
              <a:t>n</a:t>
            </a:r>
            <a:r>
              <a:rPr lang="en-US" baseline="-25000" dirty="0">
                <a:cs typeface="Times New Roman" pitchFamily="18" charset="0"/>
              </a:rPr>
              <a:t>0 </a:t>
            </a:r>
          </a:p>
          <a:p>
            <a:pPr eaLnBrk="1" fontAlgn="auto" hangingPunct="1">
              <a:spcAft>
                <a:spcPts val="0"/>
              </a:spcAft>
              <a:buFont typeface="Monotype Sorts" pitchFamily="2" charset="2"/>
              <a:buNone/>
              <a:defRPr/>
            </a:pPr>
            <a:endParaRPr lang="en-US" dirty="0">
              <a:cs typeface="Times New Roman" pitchFamily="18" charset="0"/>
            </a:endParaRPr>
          </a:p>
          <a:p>
            <a:pPr eaLnBrk="1" fontAlgn="auto" hangingPunct="1">
              <a:spcAft>
                <a:spcPts val="0"/>
              </a:spcAft>
              <a:buFont typeface="Monotype Sorts" pitchFamily="2" charset="2"/>
              <a:buNone/>
              <a:defRPr/>
            </a:pPr>
            <a:r>
              <a:rPr lang="en-US" dirty="0">
                <a:cs typeface="Times New Roman" pitchFamily="18" charset="0"/>
              </a:rPr>
              <a:t>Examples:</a:t>
            </a:r>
          </a:p>
          <a:p>
            <a:pPr eaLnBrk="1" fontAlgn="auto" hangingPunct="1">
              <a:spcAft>
                <a:spcPts val="0"/>
              </a:spcAft>
              <a:defRPr/>
            </a:pPr>
            <a:r>
              <a:rPr lang="en-US" dirty="0">
                <a:cs typeface="Times New Roman" pitchFamily="18" charset="0"/>
              </a:rPr>
              <a:t> 10</a:t>
            </a:r>
            <a:r>
              <a:rPr lang="en-US" i="1" dirty="0">
                <a:cs typeface="Times New Roman" pitchFamily="18" charset="0"/>
              </a:rPr>
              <a:t>n</a:t>
            </a:r>
            <a:r>
              <a:rPr lang="en-US" dirty="0">
                <a:cs typeface="Times New Roman" pitchFamily="18" charset="0"/>
              </a:rPr>
              <a:t> is </a:t>
            </a:r>
            <a:r>
              <a:rPr lang="el-GR" dirty="0">
                <a:latin typeface="Lucida Grande" pitchFamily="84" charset="0"/>
                <a:cs typeface="Times New Roman" pitchFamily="18" charset="0"/>
              </a:rPr>
              <a:t>Θ</a:t>
            </a:r>
            <a:r>
              <a:rPr lang="en-US" dirty="0">
                <a:cs typeface="Times New Roman" pitchFamily="18" charset="0"/>
              </a:rPr>
              <a:t>(</a:t>
            </a:r>
            <a:r>
              <a:rPr lang="en-US" i="1" dirty="0">
                <a:cs typeface="Times New Roman" pitchFamily="18" charset="0"/>
              </a:rPr>
              <a:t>n</a:t>
            </a:r>
            <a:r>
              <a:rPr lang="en-US" dirty="0">
                <a:cs typeface="Times New Roman" pitchFamily="18" charset="0"/>
              </a:rPr>
              <a:t>)</a:t>
            </a:r>
          </a:p>
          <a:p>
            <a:pPr eaLnBrk="1" fontAlgn="auto" hangingPunct="1">
              <a:spcAft>
                <a:spcPts val="0"/>
              </a:spcAft>
              <a:defRPr/>
            </a:pPr>
            <a:r>
              <a:rPr lang="en-US" dirty="0">
                <a:cs typeface="Times New Roman" pitchFamily="18" charset="0"/>
              </a:rPr>
              <a:t>5</a:t>
            </a:r>
            <a:r>
              <a:rPr lang="en-US" i="1" dirty="0">
                <a:cs typeface="Times New Roman" pitchFamily="18" charset="0"/>
              </a:rPr>
              <a:t>n</a:t>
            </a:r>
            <a:r>
              <a:rPr lang="en-US" dirty="0">
                <a:cs typeface="Times New Roman" pitchFamily="18" charset="0"/>
              </a:rPr>
              <a:t>+20 is </a:t>
            </a:r>
            <a:r>
              <a:rPr lang="el-GR" dirty="0">
                <a:latin typeface="Lucida Grande" pitchFamily="84" charset="0"/>
                <a:cs typeface="Times New Roman" pitchFamily="18" charset="0"/>
              </a:rPr>
              <a:t>Θ</a:t>
            </a:r>
            <a:r>
              <a:rPr lang="en-US" dirty="0">
                <a:cs typeface="Times New Roman" pitchFamily="18" charset="0"/>
              </a:rPr>
              <a:t>(</a:t>
            </a:r>
            <a:r>
              <a:rPr lang="en-US" i="1" dirty="0">
                <a:cs typeface="Times New Roman" pitchFamily="18" charset="0"/>
              </a:rPr>
              <a:t>n</a:t>
            </a:r>
            <a:r>
              <a:rPr lang="en-US" dirty="0">
                <a:cs typeface="Times New Roman" pitchFamily="18" charset="0"/>
              </a:rPr>
              <a:t>)</a:t>
            </a:r>
          </a:p>
          <a:p>
            <a:pPr eaLnBrk="1" fontAlgn="auto" hangingPunct="1">
              <a:spcAft>
                <a:spcPts val="0"/>
              </a:spcAft>
              <a:defRPr/>
            </a:pPr>
            <a:r>
              <a:rPr lang="en-US" i="1" dirty="0">
                <a:cs typeface="Times New Roman" pitchFamily="18" charset="0"/>
              </a:rPr>
              <a:t>n</a:t>
            </a:r>
            <a:r>
              <a:rPr lang="en-US" baseline="30000" dirty="0">
                <a:cs typeface="Times New Roman" pitchFamily="18" charset="0"/>
              </a:rPr>
              <a:t>2</a:t>
            </a:r>
            <a:r>
              <a:rPr lang="en-US" dirty="0">
                <a:cs typeface="Times New Roman" pitchFamily="18" charset="0"/>
              </a:rPr>
              <a:t>+5n+20 is </a:t>
            </a:r>
            <a:r>
              <a:rPr lang="el-GR" dirty="0">
                <a:latin typeface="Lucida Grande" pitchFamily="84" charset="0"/>
                <a:cs typeface="Times New Roman" pitchFamily="18" charset="0"/>
              </a:rPr>
              <a:t>Θ</a:t>
            </a:r>
            <a:r>
              <a:rPr lang="en-US" dirty="0">
                <a:cs typeface="Times New Roman" pitchFamily="18" charset="0"/>
              </a:rPr>
              <a:t>(</a:t>
            </a:r>
            <a:r>
              <a:rPr lang="en-US" i="1" dirty="0">
                <a:cs typeface="Times New Roman" pitchFamily="18" charset="0"/>
              </a:rPr>
              <a:t>n</a:t>
            </a:r>
            <a:r>
              <a:rPr lang="en-US" i="1" baseline="30000" dirty="0">
                <a:cs typeface="Times New Roman" pitchFamily="18" charset="0"/>
              </a:rPr>
              <a:t>2</a:t>
            </a:r>
            <a:r>
              <a:rPr lang="en-US" dirty="0">
                <a:cs typeface="Times New Roman" pitchFamily="18" charset="0"/>
              </a:rPr>
              <a:t>)</a:t>
            </a:r>
          </a:p>
          <a:p>
            <a:pPr eaLnBrk="1" fontAlgn="auto" hangingPunct="1">
              <a:spcAft>
                <a:spcPts val="0"/>
              </a:spcAft>
              <a:defRPr/>
            </a:pPr>
            <a:endParaRPr lang="en-US" dirty="0">
              <a:cs typeface="Times New Roman" pitchFamily="18" charset="0"/>
            </a:endParaRPr>
          </a:p>
        </p:txBody>
      </p:sp>
    </p:spTree>
    <p:extLst>
      <p:ext uri="{BB962C8B-B14F-4D97-AF65-F5344CB8AC3E}">
        <p14:creationId xmlns:p14="http://schemas.microsoft.com/office/powerpoint/2010/main" val="4284507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D1794-2924-4A35-B7E9-DCEF2D2544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D466B6B-445D-49BD-988A-16BE978C4B59}"/>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A2BA0554-6B38-40CE-AEF7-238EEF7AD640}"/>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F297CFC5-4E5F-49D2-82DE-105B22BEFA89}"/>
              </a:ext>
            </a:extLst>
          </p:cNvPr>
          <p:cNvSpPr>
            <a:spLocks noGrp="1"/>
          </p:cNvSpPr>
          <p:nvPr>
            <p:ph type="sldNum" sz="quarter" idx="12"/>
          </p:nvPr>
        </p:nvSpPr>
        <p:spPr/>
        <p:txBody>
          <a:bodyPr/>
          <a:lstStyle/>
          <a:p>
            <a:fld id="{1599CD94-7BFF-42C6-81AA-C1D79CE29F44}" type="slidenum">
              <a:rPr lang="en-US" altLang="th-TH" smtClean="0"/>
              <a:pPr/>
              <a:t>23</a:t>
            </a:fld>
            <a:endParaRPr lang="en-US" altLang="th-TH"/>
          </a:p>
        </p:txBody>
      </p:sp>
    </p:spTree>
    <p:extLst>
      <p:ext uri="{BB962C8B-B14F-4D97-AF65-F5344CB8AC3E}">
        <p14:creationId xmlns:p14="http://schemas.microsoft.com/office/powerpoint/2010/main" val="2373399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a:xfrm>
            <a:off x="457200" y="198438"/>
            <a:ext cx="8686800" cy="563562"/>
          </a:xfrm>
        </p:spPr>
        <p:txBody>
          <a:bodyPr/>
          <a:lstStyle/>
          <a:p>
            <a:r>
              <a:rPr lang="en-US" altLang="th-TH" sz="3200"/>
              <a:t>Some properties of asymptotic order of growth</a:t>
            </a:r>
          </a:p>
        </p:txBody>
      </p:sp>
      <p:sp>
        <p:nvSpPr>
          <p:cNvPr id="272387" name="Rectangle 3"/>
          <p:cNvSpPr>
            <a:spLocks noGrp="1" noChangeArrowheads="1"/>
          </p:cNvSpPr>
          <p:nvPr>
            <p:ph idx="1"/>
          </p:nvPr>
        </p:nvSpPr>
        <p:spPr/>
        <p:txBody>
          <a:bodyPr/>
          <a:lstStyle/>
          <a:p>
            <a:r>
              <a:rPr lang="en-US" altLang="th-TH" i="1"/>
              <a:t>f</a:t>
            </a:r>
            <a:r>
              <a:rPr lang="en-US" altLang="th-TH"/>
              <a:t>(</a:t>
            </a:r>
            <a:r>
              <a:rPr lang="en-US" altLang="th-TH" i="1"/>
              <a:t>n</a:t>
            </a:r>
            <a:r>
              <a:rPr lang="en-US" altLang="th-TH"/>
              <a:t>) </a:t>
            </a:r>
            <a:r>
              <a:rPr kumimoji="0" lang="en-US" altLang="th-TH">
                <a:sym typeface="Symbol" panose="05050102010706020507" pitchFamily="18" charset="2"/>
              </a:rPr>
              <a:t></a:t>
            </a:r>
            <a:r>
              <a:rPr lang="en-US" altLang="th-TH"/>
              <a:t> O(</a:t>
            </a:r>
            <a:r>
              <a:rPr lang="en-US" altLang="th-TH" i="1"/>
              <a:t>f</a:t>
            </a:r>
            <a:r>
              <a:rPr lang="en-US" altLang="th-TH"/>
              <a:t>(</a:t>
            </a:r>
            <a:r>
              <a:rPr lang="en-US" altLang="th-TH" i="1"/>
              <a:t>n</a:t>
            </a:r>
            <a:r>
              <a:rPr lang="en-US" altLang="th-TH"/>
              <a:t>))</a:t>
            </a:r>
            <a:br>
              <a:rPr lang="en-US" altLang="th-TH"/>
            </a:br>
            <a:endParaRPr lang="en-US" altLang="th-TH"/>
          </a:p>
          <a:p>
            <a:r>
              <a:rPr lang="en-US" altLang="th-TH" i="1"/>
              <a:t>f</a:t>
            </a:r>
            <a:r>
              <a:rPr lang="en-US" altLang="th-TH"/>
              <a:t>(</a:t>
            </a:r>
            <a:r>
              <a:rPr lang="en-US" altLang="th-TH" i="1"/>
              <a:t>n</a:t>
            </a:r>
            <a:r>
              <a:rPr lang="en-US" altLang="th-TH"/>
              <a:t>) </a:t>
            </a:r>
            <a:r>
              <a:rPr kumimoji="0" lang="en-US" altLang="th-TH">
                <a:sym typeface="Symbol" panose="05050102010706020507" pitchFamily="18" charset="2"/>
              </a:rPr>
              <a:t></a:t>
            </a:r>
            <a:r>
              <a:rPr lang="en-US" altLang="th-TH"/>
              <a:t> O(</a:t>
            </a:r>
            <a:r>
              <a:rPr lang="en-US" altLang="th-TH" i="1"/>
              <a:t>g</a:t>
            </a:r>
            <a:r>
              <a:rPr lang="en-US" altLang="th-TH"/>
              <a:t>(</a:t>
            </a:r>
            <a:r>
              <a:rPr lang="en-US" altLang="th-TH" i="1"/>
              <a:t>n</a:t>
            </a:r>
            <a:r>
              <a:rPr lang="en-US" altLang="th-TH"/>
              <a:t>)) iff </a:t>
            </a:r>
            <a:r>
              <a:rPr lang="en-US" altLang="th-TH" i="1">
                <a:cs typeface="Times New Roman" panose="02020603050405020304" pitchFamily="18" charset="0"/>
              </a:rPr>
              <a:t>g</a:t>
            </a:r>
            <a:r>
              <a:rPr lang="en-US" altLang="th-TH">
                <a:cs typeface="Times New Roman" panose="02020603050405020304" pitchFamily="18" charset="0"/>
              </a:rPr>
              <a:t>(</a:t>
            </a:r>
            <a:r>
              <a:rPr lang="en-US" altLang="th-TH" i="1">
                <a:cs typeface="Times New Roman" panose="02020603050405020304" pitchFamily="18" charset="0"/>
              </a:rPr>
              <a:t>n</a:t>
            </a:r>
            <a:r>
              <a:rPr lang="en-US" altLang="th-TH">
                <a:cs typeface="Times New Roman" panose="02020603050405020304" pitchFamily="18" charset="0"/>
              </a:rPr>
              <a:t>) </a:t>
            </a:r>
            <a:r>
              <a:rPr kumimoji="0" lang="en-US" altLang="th-TH">
                <a:sym typeface="Symbol" panose="05050102010706020507" pitchFamily="18" charset="2"/>
              </a:rPr>
              <a:t>(</a:t>
            </a:r>
            <a:r>
              <a:rPr kumimoji="0" lang="en-US" altLang="th-TH" i="1">
                <a:sym typeface="Symbol" panose="05050102010706020507" pitchFamily="18" charset="2"/>
              </a:rPr>
              <a:t>f</a:t>
            </a:r>
            <a:r>
              <a:rPr kumimoji="0" lang="en-US" altLang="th-TH">
                <a:sym typeface="Symbol" panose="05050102010706020507" pitchFamily="18" charset="2"/>
              </a:rPr>
              <a:t>(n))</a:t>
            </a:r>
            <a:r>
              <a:rPr lang="en-US" altLang="th-TH"/>
              <a:t> </a:t>
            </a:r>
            <a:br>
              <a:rPr lang="en-US" altLang="th-TH" i="1"/>
            </a:br>
            <a:endParaRPr lang="en-US" altLang="th-TH" i="1"/>
          </a:p>
          <a:p>
            <a:r>
              <a:rPr lang="en-US" altLang="th-TH"/>
              <a:t>If </a:t>
            </a:r>
            <a:r>
              <a:rPr lang="en-US" altLang="th-TH" i="1"/>
              <a:t>f</a:t>
            </a:r>
            <a:r>
              <a:rPr lang="en-US" altLang="th-TH" baseline="-25000"/>
              <a:t> </a:t>
            </a:r>
            <a:r>
              <a:rPr lang="en-US" altLang="th-TH"/>
              <a:t>(</a:t>
            </a:r>
            <a:r>
              <a:rPr lang="en-US" altLang="th-TH" i="1"/>
              <a:t>n</a:t>
            </a:r>
            <a:r>
              <a:rPr lang="en-US" altLang="th-TH"/>
              <a:t>) </a:t>
            </a:r>
            <a:r>
              <a:rPr kumimoji="0" lang="en-US" altLang="th-TH">
                <a:sym typeface="Symbol" panose="05050102010706020507" pitchFamily="18" charset="2"/>
              </a:rPr>
              <a:t></a:t>
            </a:r>
            <a:r>
              <a:rPr lang="en-US" altLang="th-TH"/>
              <a:t> O(</a:t>
            </a:r>
            <a:r>
              <a:rPr lang="en-US" altLang="th-TH" i="1"/>
              <a:t>g</a:t>
            </a:r>
            <a:r>
              <a:rPr lang="en-US" altLang="th-TH" baseline="-25000"/>
              <a:t> </a:t>
            </a:r>
            <a:r>
              <a:rPr lang="en-US" altLang="th-TH"/>
              <a:t>(</a:t>
            </a:r>
            <a:r>
              <a:rPr lang="en-US" altLang="th-TH" i="1"/>
              <a:t>n</a:t>
            </a:r>
            <a:r>
              <a:rPr lang="en-US" altLang="th-TH"/>
              <a:t>)) and </a:t>
            </a:r>
            <a:r>
              <a:rPr lang="en-US" altLang="th-TH" i="1"/>
              <a:t>g</a:t>
            </a:r>
            <a:r>
              <a:rPr lang="en-US" altLang="th-TH"/>
              <a:t>(</a:t>
            </a:r>
            <a:r>
              <a:rPr lang="en-US" altLang="th-TH" i="1"/>
              <a:t>n</a:t>
            </a:r>
            <a:r>
              <a:rPr lang="en-US" altLang="th-TH"/>
              <a:t>) </a:t>
            </a:r>
            <a:r>
              <a:rPr kumimoji="0" lang="en-US" altLang="th-TH">
                <a:sym typeface="Symbol" panose="05050102010706020507" pitchFamily="18" charset="2"/>
              </a:rPr>
              <a:t></a:t>
            </a:r>
            <a:r>
              <a:rPr lang="en-US" altLang="th-TH"/>
              <a:t> O(</a:t>
            </a:r>
            <a:r>
              <a:rPr lang="en-US" altLang="th-TH" i="1"/>
              <a:t>h</a:t>
            </a:r>
            <a:r>
              <a:rPr lang="en-US" altLang="th-TH"/>
              <a:t>(</a:t>
            </a:r>
            <a:r>
              <a:rPr lang="en-US" altLang="th-TH" i="1"/>
              <a:t>n</a:t>
            </a:r>
            <a:r>
              <a:rPr lang="en-US" altLang="th-TH"/>
              <a:t>)) , then</a:t>
            </a:r>
            <a:r>
              <a:rPr lang="en-US" altLang="th-TH" i="1"/>
              <a:t> f</a:t>
            </a:r>
            <a:r>
              <a:rPr lang="en-US" altLang="th-TH"/>
              <a:t>(</a:t>
            </a:r>
            <a:r>
              <a:rPr lang="en-US" altLang="th-TH" i="1"/>
              <a:t>n</a:t>
            </a:r>
            <a:r>
              <a:rPr lang="en-US" altLang="th-TH"/>
              <a:t>) </a:t>
            </a:r>
            <a:r>
              <a:rPr kumimoji="0" lang="en-US" altLang="th-TH">
                <a:sym typeface="Symbol" panose="05050102010706020507" pitchFamily="18" charset="2"/>
              </a:rPr>
              <a:t></a:t>
            </a:r>
            <a:r>
              <a:rPr lang="en-US" altLang="th-TH"/>
              <a:t> O(</a:t>
            </a:r>
            <a:r>
              <a:rPr lang="en-US" altLang="th-TH" i="1"/>
              <a:t>h</a:t>
            </a:r>
            <a:r>
              <a:rPr lang="en-US" altLang="th-TH"/>
              <a:t>(</a:t>
            </a:r>
            <a:r>
              <a:rPr lang="en-US" altLang="th-TH" i="1"/>
              <a:t>n</a:t>
            </a:r>
            <a:r>
              <a:rPr lang="en-US" altLang="th-TH"/>
              <a:t>)) </a:t>
            </a:r>
            <a:br>
              <a:rPr kumimoji="0" lang="en-US" altLang="th-TH">
                <a:sym typeface="Symbol" panose="05050102010706020507" pitchFamily="18" charset="2"/>
              </a:rPr>
            </a:br>
            <a:br>
              <a:rPr kumimoji="0" lang="en-US" altLang="th-TH">
                <a:sym typeface="Symbol" panose="05050102010706020507" pitchFamily="18" charset="2"/>
              </a:rPr>
            </a:br>
            <a:r>
              <a:rPr kumimoji="0" lang="en-US" altLang="th-TH">
                <a:sym typeface="Symbol" panose="05050102010706020507" pitchFamily="18" charset="2"/>
              </a:rPr>
              <a:t>Note similarity with </a:t>
            </a:r>
            <a:r>
              <a:rPr kumimoji="0" lang="en-US" altLang="th-TH" i="1">
                <a:sym typeface="Symbol" panose="05050102010706020507" pitchFamily="18" charset="2"/>
              </a:rPr>
              <a:t>a </a:t>
            </a:r>
            <a:r>
              <a:rPr kumimoji="0" lang="en-US" altLang="th-TH" i="1">
                <a:cs typeface="Times New Roman" panose="02020603050405020304" pitchFamily="18" charset="0"/>
                <a:sym typeface="Symbol" panose="05050102010706020507" pitchFamily="18" charset="2"/>
              </a:rPr>
              <a:t>≤ </a:t>
            </a:r>
            <a:r>
              <a:rPr kumimoji="0" lang="en-US" altLang="th-TH">
                <a:cs typeface="Times New Roman" panose="02020603050405020304" pitchFamily="18" charset="0"/>
                <a:sym typeface="Symbol" panose="05050102010706020507" pitchFamily="18" charset="2"/>
              </a:rPr>
              <a:t>b</a:t>
            </a:r>
            <a:br>
              <a:rPr kumimoji="0" lang="en-US" altLang="th-TH">
                <a:cs typeface="Times New Roman" panose="02020603050405020304" pitchFamily="18" charset="0"/>
                <a:sym typeface="Symbol" panose="05050102010706020507" pitchFamily="18" charset="2"/>
              </a:rPr>
            </a:br>
            <a:endParaRPr kumimoji="0" lang="en-US" altLang="th-TH">
              <a:cs typeface="Times New Roman" panose="02020603050405020304" pitchFamily="18" charset="0"/>
              <a:sym typeface="Symbol" panose="05050102010706020507" pitchFamily="18" charset="2"/>
            </a:endParaRPr>
          </a:p>
          <a:p>
            <a:r>
              <a:rPr lang="en-US" altLang="th-TH"/>
              <a:t>If </a:t>
            </a:r>
            <a:r>
              <a:rPr lang="en-US" altLang="th-TH" i="1"/>
              <a:t>f</a:t>
            </a:r>
            <a:r>
              <a:rPr lang="en-US" altLang="th-TH" baseline="-25000"/>
              <a:t>1</a:t>
            </a:r>
            <a:r>
              <a:rPr lang="en-US" altLang="th-TH"/>
              <a:t>(</a:t>
            </a:r>
            <a:r>
              <a:rPr lang="en-US" altLang="th-TH" i="1"/>
              <a:t>n</a:t>
            </a:r>
            <a:r>
              <a:rPr lang="en-US" altLang="th-TH"/>
              <a:t>) </a:t>
            </a:r>
            <a:r>
              <a:rPr kumimoji="0" lang="en-US" altLang="th-TH">
                <a:sym typeface="Symbol" panose="05050102010706020507" pitchFamily="18" charset="2"/>
              </a:rPr>
              <a:t></a:t>
            </a:r>
            <a:r>
              <a:rPr lang="en-US" altLang="th-TH"/>
              <a:t> O(</a:t>
            </a:r>
            <a:r>
              <a:rPr lang="en-US" altLang="th-TH" i="1"/>
              <a:t>g</a:t>
            </a:r>
            <a:r>
              <a:rPr lang="en-US" altLang="th-TH" baseline="-25000"/>
              <a:t>1</a:t>
            </a:r>
            <a:r>
              <a:rPr lang="en-US" altLang="th-TH"/>
              <a:t>(</a:t>
            </a:r>
            <a:r>
              <a:rPr lang="en-US" altLang="th-TH" i="1"/>
              <a:t>n</a:t>
            </a:r>
            <a:r>
              <a:rPr lang="en-US" altLang="th-TH"/>
              <a:t>)) and </a:t>
            </a:r>
            <a:r>
              <a:rPr lang="en-US" altLang="th-TH" i="1"/>
              <a:t>f</a:t>
            </a:r>
            <a:r>
              <a:rPr lang="en-US" altLang="th-TH" baseline="-25000"/>
              <a:t>2</a:t>
            </a:r>
            <a:r>
              <a:rPr lang="en-US" altLang="th-TH"/>
              <a:t>(</a:t>
            </a:r>
            <a:r>
              <a:rPr lang="en-US" altLang="th-TH" i="1"/>
              <a:t>n</a:t>
            </a:r>
            <a:r>
              <a:rPr lang="en-US" altLang="th-TH"/>
              <a:t>) </a:t>
            </a:r>
            <a:r>
              <a:rPr kumimoji="0" lang="en-US" altLang="th-TH">
                <a:sym typeface="Symbol" panose="05050102010706020507" pitchFamily="18" charset="2"/>
              </a:rPr>
              <a:t></a:t>
            </a:r>
            <a:r>
              <a:rPr lang="en-US" altLang="th-TH"/>
              <a:t> O(</a:t>
            </a:r>
            <a:r>
              <a:rPr lang="en-US" altLang="th-TH" i="1"/>
              <a:t>g</a:t>
            </a:r>
            <a:r>
              <a:rPr lang="en-US" altLang="th-TH" baseline="-25000"/>
              <a:t>2</a:t>
            </a:r>
            <a:r>
              <a:rPr lang="en-US" altLang="th-TH"/>
              <a:t>(</a:t>
            </a:r>
            <a:r>
              <a:rPr lang="en-US" altLang="th-TH" i="1"/>
              <a:t>n</a:t>
            </a:r>
            <a:r>
              <a:rPr lang="en-US" altLang="th-TH"/>
              <a:t>)) , then</a:t>
            </a:r>
            <a:endParaRPr lang="en-US" altLang="th-TH">
              <a:cs typeface="Times New Roman" panose="02020603050405020304" pitchFamily="18" charset="0"/>
            </a:endParaRPr>
          </a:p>
          <a:p>
            <a:pPr>
              <a:buFont typeface="Monotype Sorts" pitchFamily="2" charset="2"/>
              <a:buNone/>
            </a:pPr>
            <a:r>
              <a:rPr lang="en-US" altLang="th-TH">
                <a:cs typeface="Times New Roman" panose="02020603050405020304" pitchFamily="18" charset="0"/>
              </a:rPr>
              <a:t>                	 </a:t>
            </a:r>
            <a:r>
              <a:rPr lang="en-US" altLang="th-TH" i="1"/>
              <a:t>f</a:t>
            </a:r>
            <a:r>
              <a:rPr lang="en-US" altLang="th-TH" baseline="-25000"/>
              <a:t>1</a:t>
            </a:r>
            <a:r>
              <a:rPr lang="en-US" altLang="th-TH"/>
              <a:t>(</a:t>
            </a:r>
            <a:r>
              <a:rPr lang="en-US" altLang="th-TH" i="1"/>
              <a:t>n</a:t>
            </a:r>
            <a:r>
              <a:rPr lang="en-US" altLang="th-TH"/>
              <a:t>) </a:t>
            </a:r>
            <a:r>
              <a:rPr kumimoji="0" lang="en-US" altLang="th-TH">
                <a:sym typeface="Symbol" panose="05050102010706020507" pitchFamily="18" charset="2"/>
              </a:rPr>
              <a:t>+</a:t>
            </a:r>
            <a:r>
              <a:rPr lang="en-US" altLang="th-TH"/>
              <a:t> </a:t>
            </a:r>
            <a:r>
              <a:rPr lang="en-US" altLang="th-TH" i="1"/>
              <a:t>f</a:t>
            </a:r>
            <a:r>
              <a:rPr lang="en-US" altLang="th-TH" baseline="-25000"/>
              <a:t>2</a:t>
            </a:r>
            <a:r>
              <a:rPr lang="en-US" altLang="th-TH"/>
              <a:t>(</a:t>
            </a:r>
            <a:r>
              <a:rPr lang="en-US" altLang="th-TH" i="1"/>
              <a:t>n</a:t>
            </a:r>
            <a:r>
              <a:rPr lang="en-US" altLang="th-TH"/>
              <a:t>) </a:t>
            </a:r>
            <a:r>
              <a:rPr kumimoji="0" lang="en-US" altLang="th-TH">
                <a:sym typeface="Symbol" panose="05050102010706020507" pitchFamily="18" charset="2"/>
              </a:rPr>
              <a:t></a:t>
            </a:r>
            <a:r>
              <a:rPr lang="en-US" altLang="th-TH"/>
              <a:t> O(max{</a:t>
            </a:r>
            <a:r>
              <a:rPr lang="en-US" altLang="th-TH" i="1"/>
              <a:t>g</a:t>
            </a:r>
            <a:r>
              <a:rPr lang="en-US" altLang="th-TH" baseline="-25000"/>
              <a:t>1</a:t>
            </a:r>
            <a:r>
              <a:rPr lang="en-US" altLang="th-TH"/>
              <a:t>(</a:t>
            </a:r>
            <a:r>
              <a:rPr lang="en-US" altLang="th-TH" i="1"/>
              <a:t>n</a:t>
            </a:r>
            <a:r>
              <a:rPr lang="en-US" altLang="th-TH"/>
              <a:t>), </a:t>
            </a:r>
            <a:r>
              <a:rPr lang="en-US" altLang="th-TH" i="1"/>
              <a:t>g</a:t>
            </a:r>
            <a:r>
              <a:rPr lang="en-US" altLang="th-TH" baseline="-25000"/>
              <a:t>2</a:t>
            </a:r>
            <a:r>
              <a:rPr lang="en-US" altLang="th-TH"/>
              <a:t>(</a:t>
            </a:r>
            <a:r>
              <a:rPr lang="en-US" altLang="th-TH" i="1"/>
              <a:t>n</a:t>
            </a:r>
            <a:r>
              <a:rPr lang="en-US" altLang="th-TH"/>
              <a:t>)}) </a:t>
            </a:r>
            <a:br>
              <a:rPr lang="en-US" altLang="th-TH">
                <a:cs typeface="Times New Roman" panose="02020603050405020304" pitchFamily="18" charset="0"/>
              </a:rPr>
            </a:br>
            <a:endParaRPr lang="en-US" altLang="th-TH">
              <a:cs typeface="Times New Roman" panose="02020603050405020304" pitchFamily="18" charset="0"/>
            </a:endParaRPr>
          </a:p>
          <a:p>
            <a:pPr>
              <a:buFont typeface="Monotype Sorts" pitchFamily="2" charset="2"/>
              <a:buNone/>
            </a:pPr>
            <a:endParaRPr lang="en-US" altLang="th-TH">
              <a:cs typeface="Times New Roman" panose="02020603050405020304" pitchFamily="18" charset="0"/>
            </a:endParaRP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5872EB76-101E-4635-80DF-FD2D53D88F9F}" type="slidenum">
              <a:rPr lang="en-US" altLang="th-TH"/>
              <a:pPr/>
              <a:t>24</a:t>
            </a:fld>
            <a:endParaRPr lang="en-US" altLang="th-TH"/>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6B378-170B-4009-BDB2-634D366DD9EC}"/>
              </a:ext>
            </a:extLst>
          </p:cNvPr>
          <p:cNvSpPr>
            <a:spLocks noGrp="1"/>
          </p:cNvSpPr>
          <p:nvPr>
            <p:ph type="title"/>
          </p:nvPr>
        </p:nvSpPr>
        <p:spPr/>
        <p:txBody>
          <a:bodyPr/>
          <a:lstStyle/>
          <a:p>
            <a:r>
              <a:rPr lang="en-US" dirty="0"/>
              <a:t>O (   )  ?</a:t>
            </a:r>
          </a:p>
        </p:txBody>
      </p:sp>
      <p:sp>
        <p:nvSpPr>
          <p:cNvPr id="3" name="Content Placeholder 2">
            <a:extLst>
              <a:ext uri="{FF2B5EF4-FFF2-40B4-BE49-F238E27FC236}">
                <a16:creationId xmlns:a16="http://schemas.microsoft.com/office/drawing/2014/main" id="{4022033A-B800-4CE4-B264-0E9453113EBF}"/>
              </a:ext>
            </a:extLst>
          </p:cNvPr>
          <p:cNvSpPr>
            <a:spLocks noGrp="1"/>
          </p:cNvSpPr>
          <p:nvPr>
            <p:ph idx="1"/>
          </p:nvPr>
        </p:nvSpPr>
        <p:spPr>
          <a:xfrm>
            <a:off x="609600" y="1266825"/>
            <a:ext cx="2819400" cy="4905375"/>
          </a:xfrm>
        </p:spPr>
        <p:txBody>
          <a:bodyPr/>
          <a:lstStyle/>
          <a:p>
            <a:pPr marL="0" indent="0">
              <a:buNone/>
            </a:pPr>
            <a:r>
              <a:rPr lang="en-US" dirty="0"/>
              <a:t>for ( </a:t>
            </a:r>
            <a:r>
              <a:rPr lang="en-US" dirty="0" err="1"/>
              <a:t>i</a:t>
            </a:r>
            <a:r>
              <a:rPr lang="en-US" dirty="0"/>
              <a:t> = 1 to n)</a:t>
            </a:r>
          </a:p>
          <a:p>
            <a:pPr marL="0" indent="0">
              <a:buNone/>
            </a:pPr>
            <a:r>
              <a:rPr lang="en-US" dirty="0"/>
              <a:t>    ….</a:t>
            </a:r>
          </a:p>
          <a:p>
            <a:pPr marL="0" indent="0">
              <a:buNone/>
            </a:pPr>
            <a:r>
              <a:rPr lang="en-US" dirty="0"/>
              <a:t>    ….</a:t>
            </a:r>
          </a:p>
          <a:p>
            <a:pPr marL="0" indent="0">
              <a:buNone/>
            </a:pPr>
            <a:r>
              <a:rPr lang="en-US" dirty="0"/>
              <a:t>for ( j=1 to n)</a:t>
            </a:r>
          </a:p>
          <a:p>
            <a:pPr marL="0" indent="0">
              <a:buNone/>
            </a:pPr>
            <a:r>
              <a:rPr lang="en-US" dirty="0"/>
              <a:t>    for ( k=1 to n)</a:t>
            </a:r>
          </a:p>
          <a:p>
            <a:pPr marL="0" indent="0">
              <a:buNone/>
            </a:pPr>
            <a:r>
              <a:rPr lang="en-US" dirty="0"/>
              <a:t>            ….</a:t>
            </a:r>
          </a:p>
          <a:p>
            <a:pPr marL="0" indent="0">
              <a:buNone/>
            </a:pPr>
            <a:r>
              <a:rPr lang="en-US" dirty="0"/>
              <a:t>            ….</a:t>
            </a:r>
          </a:p>
          <a:p>
            <a:pPr marL="0" indent="0">
              <a:buNone/>
            </a:pPr>
            <a:r>
              <a:rPr lang="en-US" dirty="0"/>
              <a:t>for ( m = 1 to n)</a:t>
            </a:r>
          </a:p>
          <a:p>
            <a:pPr marL="0" indent="0">
              <a:buNone/>
            </a:pPr>
            <a:r>
              <a:rPr lang="en-US" dirty="0"/>
              <a:t>    ….</a:t>
            </a:r>
          </a:p>
          <a:p>
            <a:pPr marL="0" indent="0">
              <a:buNone/>
            </a:pPr>
            <a:r>
              <a:rPr lang="en-US" dirty="0"/>
              <a:t>    ….</a:t>
            </a:r>
          </a:p>
        </p:txBody>
      </p:sp>
      <p:sp>
        <p:nvSpPr>
          <p:cNvPr id="4" name="Footer Placeholder 3">
            <a:extLst>
              <a:ext uri="{FF2B5EF4-FFF2-40B4-BE49-F238E27FC236}">
                <a16:creationId xmlns:a16="http://schemas.microsoft.com/office/drawing/2014/main" id="{E4ED1DC6-AB45-4E40-BF03-9456C8AAD9E9}"/>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DE57D634-2CBA-42E8-8C53-48E4CD733C9A}"/>
              </a:ext>
            </a:extLst>
          </p:cNvPr>
          <p:cNvSpPr>
            <a:spLocks noGrp="1"/>
          </p:cNvSpPr>
          <p:nvPr>
            <p:ph type="sldNum" sz="quarter" idx="12"/>
          </p:nvPr>
        </p:nvSpPr>
        <p:spPr/>
        <p:txBody>
          <a:bodyPr/>
          <a:lstStyle/>
          <a:p>
            <a:fld id="{1599CD94-7BFF-42C6-81AA-C1D79CE29F44}" type="slidenum">
              <a:rPr lang="en-US" altLang="th-TH" smtClean="0"/>
              <a:pPr/>
              <a:t>25</a:t>
            </a:fld>
            <a:endParaRPr lang="en-US" altLang="th-TH"/>
          </a:p>
        </p:txBody>
      </p:sp>
    </p:spTree>
    <p:extLst>
      <p:ext uri="{BB962C8B-B14F-4D97-AF65-F5344CB8AC3E}">
        <p14:creationId xmlns:p14="http://schemas.microsoft.com/office/powerpoint/2010/main" val="14328642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ChangeArrowheads="1"/>
          </p:cNvSpPr>
          <p:nvPr>
            <p:ph type="title"/>
          </p:nvPr>
        </p:nvSpPr>
        <p:spPr>
          <a:xfrm>
            <a:off x="533400" y="198438"/>
            <a:ext cx="8610600" cy="487362"/>
          </a:xfrm>
        </p:spPr>
        <p:txBody>
          <a:bodyPr>
            <a:normAutofit fontScale="90000"/>
          </a:bodyPr>
          <a:lstStyle/>
          <a:p>
            <a:r>
              <a:rPr lang="en-US" altLang="th-TH"/>
              <a:t>Establishing order of growth using limits</a:t>
            </a:r>
          </a:p>
        </p:txBody>
      </p:sp>
      <p:sp>
        <p:nvSpPr>
          <p:cNvPr id="292867" name="Rectangle 3"/>
          <p:cNvSpPr>
            <a:spLocks noGrp="1" noChangeArrowheads="1"/>
          </p:cNvSpPr>
          <p:nvPr>
            <p:ph idx="1"/>
          </p:nvPr>
        </p:nvSpPr>
        <p:spPr>
          <a:xfrm>
            <a:off x="685800" y="2209800"/>
            <a:ext cx="2438400" cy="685800"/>
          </a:xfrm>
        </p:spPr>
        <p:txBody>
          <a:bodyPr/>
          <a:lstStyle/>
          <a:p>
            <a:pPr>
              <a:buFont typeface="Monotype Sorts" pitchFamily="2" charset="2"/>
              <a:buNone/>
            </a:pPr>
            <a:r>
              <a:rPr lang="en-US" altLang="th-TH"/>
              <a:t>lim</a:t>
            </a:r>
            <a:r>
              <a:rPr lang="en-US" altLang="th-TH" baseline="-25000">
                <a:cs typeface="Times New Roman" panose="02020603050405020304" pitchFamily="18" charset="0"/>
              </a:rPr>
              <a:t> </a:t>
            </a:r>
            <a:r>
              <a:rPr lang="en-US" altLang="th-TH" i="1"/>
              <a:t>T</a:t>
            </a:r>
            <a:r>
              <a:rPr lang="en-US" altLang="th-TH"/>
              <a:t>(</a:t>
            </a:r>
            <a:r>
              <a:rPr lang="en-US" altLang="th-TH" i="1"/>
              <a:t>n</a:t>
            </a:r>
            <a:r>
              <a:rPr lang="en-US" altLang="th-TH"/>
              <a:t>)/</a:t>
            </a:r>
            <a:r>
              <a:rPr lang="en-US" altLang="th-TH" i="1"/>
              <a:t>g</a:t>
            </a:r>
            <a:r>
              <a:rPr lang="en-US" altLang="th-TH"/>
              <a:t>(</a:t>
            </a:r>
            <a:r>
              <a:rPr lang="en-US" altLang="th-TH" i="1"/>
              <a:t>n</a:t>
            </a:r>
            <a:r>
              <a:rPr lang="en-US" altLang="th-TH"/>
              <a:t>) = </a:t>
            </a:r>
          </a:p>
        </p:txBody>
      </p:sp>
      <p:sp>
        <p:nvSpPr>
          <p:cNvPr id="11"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12" name="Slide Number Placeholder 5"/>
          <p:cNvSpPr>
            <a:spLocks noGrp="1"/>
          </p:cNvSpPr>
          <p:nvPr>
            <p:ph type="sldNum" sz="quarter" idx="12"/>
          </p:nvPr>
        </p:nvSpPr>
        <p:spPr/>
        <p:txBody>
          <a:bodyPr/>
          <a:lstStyle/>
          <a:p>
            <a:fld id="{E76C2191-62CF-49AD-8931-49192741D977}" type="slidenum">
              <a:rPr lang="en-US" altLang="th-TH"/>
              <a:pPr/>
              <a:t>26</a:t>
            </a:fld>
            <a:endParaRPr lang="en-US" altLang="th-TH"/>
          </a:p>
        </p:txBody>
      </p:sp>
      <p:grpSp>
        <p:nvGrpSpPr>
          <p:cNvPr id="292868" name="Group 4"/>
          <p:cNvGrpSpPr>
            <a:grpSpLocks/>
          </p:cNvGrpSpPr>
          <p:nvPr/>
        </p:nvGrpSpPr>
        <p:grpSpPr bwMode="auto">
          <a:xfrm>
            <a:off x="2794000" y="1371600"/>
            <a:ext cx="6238875" cy="2133600"/>
            <a:chOff x="1728" y="864"/>
            <a:chExt cx="3930" cy="1344"/>
          </a:xfrm>
        </p:grpSpPr>
        <p:sp>
          <p:nvSpPr>
            <p:cNvPr id="292869" name="AutoShape 5"/>
            <p:cNvSpPr>
              <a:spLocks/>
            </p:cNvSpPr>
            <p:nvPr/>
          </p:nvSpPr>
          <p:spPr bwMode="auto">
            <a:xfrm>
              <a:off x="1728" y="864"/>
              <a:ext cx="336" cy="1344"/>
            </a:xfrm>
            <a:prstGeom prst="leftBrace">
              <a:avLst>
                <a:gd name="adj1" fmla="val 33333"/>
                <a:gd name="adj2" fmla="val 50000"/>
              </a:avLst>
            </a:prstGeom>
            <a:noFill/>
            <a:ln w="12700">
              <a:solidFill>
                <a:srgbClr val="FF0000"/>
              </a:solidFill>
              <a:round/>
              <a:headEnd type="none" w="sm" len="sm"/>
              <a:tailEnd type="triangl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
          <p:nvSpPr>
            <p:cNvPr id="292870" name="Text Box 6"/>
            <p:cNvSpPr txBox="1">
              <a:spLocks noChangeArrowheads="1"/>
            </p:cNvSpPr>
            <p:nvPr/>
          </p:nvSpPr>
          <p:spPr bwMode="auto">
            <a:xfrm>
              <a:off x="1842" y="912"/>
              <a:ext cx="380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000" b="1" dirty="0"/>
                <a:t>    0</a:t>
              </a:r>
              <a:r>
                <a:rPr lang="en-US" altLang="th-TH" sz="2000" dirty="0"/>
                <a:t>    order of growth of </a:t>
              </a:r>
              <a:r>
                <a:rPr kumimoji="1" lang="en-US" altLang="th-TH" sz="2000" b="1" i="1" dirty="0"/>
                <a:t>T</a:t>
              </a:r>
              <a:r>
                <a:rPr kumimoji="1" lang="en-US" altLang="th-TH" sz="2000" b="1" dirty="0"/>
                <a:t>(</a:t>
              </a:r>
              <a:r>
                <a:rPr kumimoji="1" lang="en-US" altLang="th-TH" sz="2000" b="1" i="1" dirty="0"/>
                <a:t>n)</a:t>
              </a:r>
              <a:r>
                <a:rPr lang="en-US" altLang="th-TH" sz="2000" dirty="0"/>
                <a:t>  &lt;  order of growth of </a:t>
              </a:r>
              <a:r>
                <a:rPr kumimoji="1" lang="en-US" altLang="th-TH" sz="2000" b="1" i="1" dirty="0"/>
                <a:t>g</a:t>
              </a:r>
              <a:r>
                <a:rPr kumimoji="1" lang="en-US" altLang="th-TH" sz="2000" b="1" dirty="0"/>
                <a:t>(</a:t>
              </a:r>
              <a:r>
                <a:rPr kumimoji="1" lang="en-US" altLang="th-TH" sz="2000" b="1" i="1" dirty="0"/>
                <a:t>n</a:t>
              </a:r>
              <a:r>
                <a:rPr kumimoji="1" lang="en-US" altLang="th-TH" sz="2000" b="1" dirty="0"/>
                <a:t>)</a:t>
              </a:r>
              <a:r>
                <a:rPr kumimoji="1" lang="en-US" altLang="th-TH" sz="2000" dirty="0"/>
                <a:t> </a:t>
              </a:r>
            </a:p>
          </p:txBody>
        </p:sp>
        <p:sp>
          <p:nvSpPr>
            <p:cNvPr id="292871" name="Text Box 7"/>
            <p:cNvSpPr txBox="1">
              <a:spLocks noChangeArrowheads="1"/>
            </p:cNvSpPr>
            <p:nvPr/>
          </p:nvSpPr>
          <p:spPr bwMode="auto">
            <a:xfrm>
              <a:off x="1930" y="1344"/>
              <a:ext cx="3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000" b="1" i="1"/>
                <a:t>c </a:t>
              </a:r>
              <a:r>
                <a:rPr lang="en-US" altLang="th-TH" sz="2000" b="1"/>
                <a:t>&gt; 0</a:t>
              </a:r>
              <a:r>
                <a:rPr lang="en-US" altLang="th-TH" sz="2000"/>
                <a:t>  order of growth of </a:t>
              </a:r>
              <a:r>
                <a:rPr kumimoji="1" lang="en-US" altLang="th-TH" sz="2000" b="1" i="1"/>
                <a:t>T</a:t>
              </a:r>
              <a:r>
                <a:rPr kumimoji="1" lang="en-US" altLang="th-TH" sz="2000" b="1"/>
                <a:t>(</a:t>
              </a:r>
              <a:r>
                <a:rPr kumimoji="1" lang="en-US" altLang="th-TH" sz="2000" b="1" i="1"/>
                <a:t>n)</a:t>
              </a:r>
              <a:r>
                <a:rPr lang="en-US" altLang="th-TH" sz="2000"/>
                <a:t> = order of growth of </a:t>
              </a:r>
              <a:r>
                <a:rPr kumimoji="1" lang="en-US" altLang="th-TH" sz="2000" b="1" i="1"/>
                <a:t>g</a:t>
              </a:r>
              <a:r>
                <a:rPr kumimoji="1" lang="en-US" altLang="th-TH" sz="2000" b="1"/>
                <a:t>(</a:t>
              </a:r>
              <a:r>
                <a:rPr kumimoji="1" lang="en-US" altLang="th-TH" sz="2000" b="1" i="1"/>
                <a:t>n</a:t>
              </a:r>
              <a:r>
                <a:rPr kumimoji="1" lang="en-US" altLang="th-TH" sz="2000" b="1"/>
                <a:t>)</a:t>
              </a:r>
              <a:r>
                <a:rPr kumimoji="1" lang="en-US" altLang="th-TH" sz="2000"/>
                <a:t> </a:t>
              </a:r>
            </a:p>
          </p:txBody>
        </p:sp>
        <p:sp>
          <p:nvSpPr>
            <p:cNvPr id="292872" name="Text Box 8"/>
            <p:cNvSpPr txBox="1">
              <a:spLocks noChangeArrowheads="1"/>
            </p:cNvSpPr>
            <p:nvPr/>
          </p:nvSpPr>
          <p:spPr bwMode="auto">
            <a:xfrm>
              <a:off x="1952" y="1824"/>
              <a:ext cx="3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sz="2000" b="1">
                  <a:cs typeface="Times New Roman" panose="02020603050405020304" pitchFamily="18" charset="0"/>
                </a:rPr>
                <a:t> ∞</a:t>
              </a:r>
              <a:r>
                <a:rPr lang="en-US" altLang="th-TH" sz="2000"/>
                <a:t>    order of growth of </a:t>
              </a:r>
              <a:r>
                <a:rPr kumimoji="1" lang="en-US" altLang="th-TH" sz="2000" b="1" i="1"/>
                <a:t>T</a:t>
              </a:r>
              <a:r>
                <a:rPr kumimoji="1" lang="en-US" altLang="th-TH" sz="2000" b="1"/>
                <a:t>(</a:t>
              </a:r>
              <a:r>
                <a:rPr kumimoji="1" lang="en-US" altLang="th-TH" sz="2000" b="1" i="1"/>
                <a:t>n)</a:t>
              </a:r>
              <a:r>
                <a:rPr lang="en-US" altLang="th-TH" sz="2000"/>
                <a:t> &gt;  order of growth of </a:t>
              </a:r>
              <a:r>
                <a:rPr kumimoji="1" lang="en-US" altLang="th-TH" sz="2000" b="1" i="1"/>
                <a:t>g</a:t>
              </a:r>
              <a:r>
                <a:rPr kumimoji="1" lang="en-US" altLang="th-TH" sz="2000" b="1"/>
                <a:t>(</a:t>
              </a:r>
              <a:r>
                <a:rPr kumimoji="1" lang="en-US" altLang="th-TH" sz="2000" b="1" i="1"/>
                <a:t>n</a:t>
              </a:r>
              <a:r>
                <a:rPr kumimoji="1" lang="en-US" altLang="th-TH" sz="2000" b="1"/>
                <a:t>)</a:t>
              </a:r>
              <a:r>
                <a:rPr kumimoji="1" lang="en-US" altLang="th-TH" sz="2000"/>
                <a:t> </a:t>
              </a:r>
            </a:p>
          </p:txBody>
        </p:sp>
      </p:grpSp>
      <p:sp>
        <p:nvSpPr>
          <p:cNvPr id="292873" name="Text Box 9"/>
          <p:cNvSpPr txBox="1">
            <a:spLocks noChangeArrowheads="1"/>
          </p:cNvSpPr>
          <p:nvPr/>
        </p:nvSpPr>
        <p:spPr bwMode="auto">
          <a:xfrm>
            <a:off x="762000" y="3810000"/>
            <a:ext cx="76962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th-TH" b="1" dirty="0">
                <a:solidFill>
                  <a:schemeClr val="hlink"/>
                </a:solidFill>
              </a:rPr>
              <a:t>Examples:</a:t>
            </a:r>
          </a:p>
          <a:p>
            <a:pPr algn="l">
              <a:buFontTx/>
              <a:buChar char="•"/>
            </a:pPr>
            <a:r>
              <a:rPr lang="en-US" altLang="th-TH" dirty="0"/>
              <a:t> </a:t>
            </a:r>
            <a:r>
              <a:rPr lang="en-US" altLang="th-TH" b="1" dirty="0">
                <a:solidFill>
                  <a:schemeClr val="hlink"/>
                </a:solidFill>
              </a:rPr>
              <a:t>10</a:t>
            </a:r>
            <a:r>
              <a:rPr lang="en-US" altLang="th-TH" b="1" i="1" dirty="0">
                <a:solidFill>
                  <a:schemeClr val="hlink"/>
                </a:solidFill>
              </a:rPr>
              <a:t>n</a:t>
            </a:r>
            <a:r>
              <a:rPr lang="en-US" altLang="th-TH" b="1" dirty="0">
                <a:solidFill>
                  <a:schemeClr val="hlink"/>
                </a:solidFill>
              </a:rPr>
              <a:t>                vs.             </a:t>
            </a:r>
            <a:r>
              <a:rPr lang="en-US" altLang="th-TH" b="1" i="1" dirty="0">
                <a:solidFill>
                  <a:schemeClr val="hlink"/>
                </a:solidFill>
              </a:rPr>
              <a:t>n</a:t>
            </a:r>
            <a:r>
              <a:rPr lang="en-US" altLang="th-TH" b="1" baseline="30000" dirty="0">
                <a:solidFill>
                  <a:schemeClr val="hlink"/>
                </a:solidFill>
              </a:rPr>
              <a:t>2</a:t>
            </a:r>
            <a:r>
              <a:rPr lang="en-US" altLang="th-TH" dirty="0"/>
              <a:t> </a:t>
            </a:r>
            <a:br>
              <a:rPr lang="en-US" altLang="th-TH" dirty="0"/>
            </a:br>
            <a:br>
              <a:rPr lang="en-US" altLang="th-TH" dirty="0"/>
            </a:br>
            <a:endParaRPr lang="en-US" altLang="th-TH" dirty="0"/>
          </a:p>
          <a:p>
            <a:pPr algn="l">
              <a:buFontTx/>
              <a:buChar char="•"/>
            </a:pPr>
            <a:r>
              <a:rPr lang="en-US" altLang="th-TH" dirty="0"/>
              <a:t> </a:t>
            </a:r>
            <a:r>
              <a:rPr lang="en-US" altLang="th-TH" b="1" i="1" dirty="0">
                <a:solidFill>
                  <a:schemeClr val="hlink"/>
                </a:solidFill>
              </a:rPr>
              <a:t>n</a:t>
            </a:r>
            <a:r>
              <a:rPr lang="en-US" altLang="th-TH" b="1" dirty="0">
                <a:solidFill>
                  <a:schemeClr val="hlink"/>
                </a:solidFill>
              </a:rPr>
              <a:t>(</a:t>
            </a:r>
            <a:r>
              <a:rPr lang="en-US" altLang="th-TH" b="1" i="1" dirty="0">
                <a:solidFill>
                  <a:schemeClr val="hlink"/>
                </a:solidFill>
              </a:rPr>
              <a:t>n</a:t>
            </a:r>
            <a:r>
              <a:rPr lang="en-US" altLang="th-TH" b="1" dirty="0">
                <a:solidFill>
                  <a:schemeClr val="hlink"/>
                </a:solidFill>
              </a:rPr>
              <a:t>+1)/2        vs.             </a:t>
            </a:r>
            <a:r>
              <a:rPr lang="en-US" altLang="th-TH" b="1" i="1" dirty="0">
                <a:solidFill>
                  <a:schemeClr val="hlink"/>
                </a:solidFill>
              </a:rPr>
              <a:t>n</a:t>
            </a:r>
            <a:r>
              <a:rPr lang="en-US" altLang="th-TH" b="1" baseline="30000" dirty="0">
                <a:solidFill>
                  <a:schemeClr val="hlink"/>
                </a:solidFill>
              </a:rPr>
              <a:t>2</a:t>
            </a:r>
            <a:r>
              <a:rPr lang="en-US" altLang="th-TH" dirty="0"/>
              <a:t> </a:t>
            </a:r>
          </a:p>
          <a:p>
            <a:pPr algn="l">
              <a:buFontTx/>
              <a:buChar char="•"/>
            </a:pPr>
            <a:endParaRPr lang="en-US" altLang="th-TH" dirty="0"/>
          </a:p>
          <a:p>
            <a:pPr algn="l"/>
            <a:endParaRPr lang="en-US" altLang="th-TH" i="1" dirty="0"/>
          </a:p>
        </p:txBody>
      </p:sp>
      <p:sp>
        <p:nvSpPr>
          <p:cNvPr id="292874" name="Text Box 10"/>
          <p:cNvSpPr txBox="1">
            <a:spLocks noChangeArrowheads="1"/>
          </p:cNvSpPr>
          <p:nvPr/>
        </p:nvSpPr>
        <p:spPr bwMode="auto">
          <a:xfrm>
            <a:off x="457200" y="2438400"/>
            <a:ext cx="990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th-TH" b="1" i="1"/>
              <a:t>n</a:t>
            </a:r>
            <a:r>
              <a:rPr kumimoji="1" lang="en-US" altLang="th-TH" b="1"/>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a:xfrm>
            <a:off x="533400" y="152400"/>
            <a:ext cx="8458200" cy="685800"/>
          </a:xfrm>
        </p:spPr>
        <p:txBody>
          <a:bodyPr/>
          <a:lstStyle/>
          <a:p>
            <a:r>
              <a:rPr lang="en-US" altLang="th-TH"/>
              <a:t>L’Hôpital’s rule and Stirling’s formula</a:t>
            </a:r>
          </a:p>
        </p:txBody>
      </p:sp>
      <p:sp>
        <p:nvSpPr>
          <p:cNvPr id="287747" name="Rectangle 3"/>
          <p:cNvSpPr>
            <a:spLocks noGrp="1" noChangeArrowheads="1"/>
          </p:cNvSpPr>
          <p:nvPr>
            <p:ph idx="1"/>
          </p:nvPr>
        </p:nvSpPr>
        <p:spPr>
          <a:xfrm>
            <a:off x="609600" y="1295400"/>
            <a:ext cx="8305800" cy="4876800"/>
          </a:xfrm>
        </p:spPr>
        <p:txBody>
          <a:bodyPr/>
          <a:lstStyle/>
          <a:p>
            <a:pPr>
              <a:lnSpc>
                <a:spcPct val="90000"/>
              </a:lnSpc>
              <a:buFont typeface="Monotype Sorts" pitchFamily="2" charset="2"/>
              <a:buNone/>
            </a:pPr>
            <a:r>
              <a:rPr lang="en-US" altLang="th-TH" dirty="0" err="1"/>
              <a:t>L’Hôpital’s</a:t>
            </a:r>
            <a:r>
              <a:rPr lang="en-US" altLang="th-TH" dirty="0"/>
              <a:t> rule:  If </a:t>
            </a:r>
            <a:r>
              <a:rPr lang="en-US" altLang="th-TH" i="1" dirty="0"/>
              <a:t>lim</a:t>
            </a:r>
            <a:r>
              <a:rPr lang="en-US" altLang="th-TH" i="1" baseline="-25000" dirty="0"/>
              <a:t>n</a:t>
            </a:r>
            <a:r>
              <a:rPr lang="en-US" altLang="th-TH" baseline="-25000" dirty="0">
                <a:cs typeface="Times New Roman" panose="02020603050405020304" pitchFamily="18" charset="0"/>
                <a:sym typeface="Symbol" panose="05050102010706020507" pitchFamily="18" charset="2"/>
              </a:rPr>
              <a:t></a:t>
            </a:r>
            <a:r>
              <a:rPr lang="en-US" altLang="th-TH" baseline="-25000" dirty="0">
                <a:cs typeface="Times New Roman" panose="02020603050405020304" pitchFamily="18" charset="0"/>
              </a:rPr>
              <a:t> </a:t>
            </a:r>
            <a:r>
              <a:rPr lang="en-US" altLang="th-TH" i="1" dirty="0"/>
              <a:t>f</a:t>
            </a:r>
            <a:r>
              <a:rPr lang="en-US" altLang="th-TH" dirty="0"/>
              <a:t>(</a:t>
            </a:r>
            <a:r>
              <a:rPr lang="en-US" altLang="th-TH" i="1" dirty="0"/>
              <a:t>n</a:t>
            </a:r>
            <a:r>
              <a:rPr lang="en-US" altLang="th-TH" dirty="0"/>
              <a:t>) = </a:t>
            </a:r>
            <a:r>
              <a:rPr lang="en-US" altLang="th-TH" i="1" dirty="0"/>
              <a:t>lim</a:t>
            </a:r>
            <a:r>
              <a:rPr lang="en-US" altLang="th-TH" i="1" baseline="-25000" dirty="0"/>
              <a:t>n</a:t>
            </a:r>
            <a:r>
              <a:rPr lang="en-US" altLang="th-TH" baseline="-25000" dirty="0">
                <a:cs typeface="Times New Roman" panose="02020603050405020304" pitchFamily="18" charset="0"/>
                <a:sym typeface="Symbol" panose="05050102010706020507" pitchFamily="18" charset="2"/>
              </a:rPr>
              <a:t></a:t>
            </a:r>
            <a:r>
              <a:rPr lang="en-US" altLang="th-TH" baseline="-25000" dirty="0">
                <a:cs typeface="Times New Roman" panose="02020603050405020304" pitchFamily="18" charset="0"/>
              </a:rPr>
              <a:t> </a:t>
            </a:r>
            <a:r>
              <a:rPr lang="en-US" altLang="th-TH" i="1" dirty="0"/>
              <a:t>g(n</a:t>
            </a:r>
            <a:r>
              <a:rPr lang="en-US" altLang="th-TH" dirty="0"/>
              <a:t>) = </a:t>
            </a:r>
            <a:r>
              <a:rPr lang="en-US" altLang="th-TH" dirty="0">
                <a:sym typeface="Symbol" panose="05050102010706020507" pitchFamily="18" charset="2"/>
              </a:rPr>
              <a:t>  and </a:t>
            </a:r>
            <a:endParaRPr lang="en-US" altLang="th-TH" dirty="0">
              <a:cs typeface="Times New Roman" panose="02020603050405020304" pitchFamily="18" charset="0"/>
            </a:endParaRPr>
          </a:p>
          <a:p>
            <a:pPr>
              <a:lnSpc>
                <a:spcPct val="90000"/>
              </a:lnSpc>
              <a:buFont typeface="Monotype Sorts" pitchFamily="2" charset="2"/>
              <a:buNone/>
            </a:pPr>
            <a:r>
              <a:rPr lang="en-US" altLang="th-TH" dirty="0">
                <a:cs typeface="Times New Roman" panose="02020603050405020304" pitchFamily="18" charset="0"/>
              </a:rPr>
              <a:t>                               the derivatives </a:t>
            </a:r>
            <a:r>
              <a:rPr lang="en-US" altLang="th-TH" i="1" dirty="0">
                <a:cs typeface="Times New Roman" panose="02020603050405020304" pitchFamily="18" charset="0"/>
              </a:rPr>
              <a:t>f</a:t>
            </a:r>
            <a:r>
              <a:rPr lang="en-US" altLang="th-TH" dirty="0">
                <a:cs typeface="Times New Roman" panose="02020603050405020304" pitchFamily="18" charset="0"/>
              </a:rPr>
              <a:t>´, </a:t>
            </a:r>
            <a:r>
              <a:rPr lang="en-US" altLang="th-TH" i="1" dirty="0"/>
              <a:t>g</a:t>
            </a:r>
            <a:r>
              <a:rPr lang="en-US" altLang="th-TH" dirty="0">
                <a:cs typeface="Times New Roman" panose="02020603050405020304" pitchFamily="18" charset="0"/>
              </a:rPr>
              <a:t>´ exist, then																																																																		</a:t>
            </a:r>
          </a:p>
          <a:p>
            <a:pPr>
              <a:lnSpc>
                <a:spcPct val="90000"/>
              </a:lnSpc>
              <a:buFont typeface="Monotype Sorts" pitchFamily="2" charset="2"/>
              <a:buNone/>
            </a:pPr>
            <a:r>
              <a:rPr lang="en-US" altLang="th-TH" dirty="0">
                <a:cs typeface="Times New Roman" panose="02020603050405020304" pitchFamily="18" charset="0"/>
              </a:rPr>
              <a:t>Stirling’s formula:  </a:t>
            </a:r>
            <a:r>
              <a:rPr lang="en-US" altLang="th-TH" i="1" dirty="0">
                <a:cs typeface="Times New Roman" panose="02020603050405020304" pitchFamily="18" charset="0"/>
              </a:rPr>
              <a:t>n</a:t>
            </a:r>
            <a:r>
              <a:rPr lang="en-US" altLang="th-TH" dirty="0">
                <a:cs typeface="Times New Roman" panose="02020603050405020304" pitchFamily="18" charset="0"/>
              </a:rPr>
              <a:t>! </a:t>
            </a:r>
            <a:r>
              <a:rPr lang="en-US" altLang="th-TH" dirty="0">
                <a:cs typeface="Times New Roman" panose="02020603050405020304" pitchFamily="18" charset="0"/>
                <a:sym typeface="Symbol" panose="05050102010706020507" pitchFamily="18" charset="2"/>
              </a:rPr>
              <a:t> (2</a:t>
            </a:r>
            <a:r>
              <a:rPr lang="en-US" altLang="th-TH" i="1" dirty="0">
                <a:cs typeface="Times New Roman" panose="02020603050405020304" pitchFamily="18" charset="0"/>
                <a:sym typeface="Symbol" panose="05050102010706020507" pitchFamily="18" charset="2"/>
              </a:rPr>
              <a:t>n</a:t>
            </a:r>
            <a:r>
              <a:rPr lang="en-US" altLang="th-TH" dirty="0">
                <a:cs typeface="Times New Roman" panose="02020603050405020304" pitchFamily="18" charset="0"/>
                <a:sym typeface="Symbol" panose="05050102010706020507" pitchFamily="18" charset="2"/>
              </a:rPr>
              <a:t>)</a:t>
            </a:r>
            <a:r>
              <a:rPr lang="en-US" altLang="th-TH" baseline="30000" dirty="0">
                <a:cs typeface="Times New Roman" panose="02020603050405020304" pitchFamily="18" charset="0"/>
                <a:sym typeface="Symbol" panose="05050102010706020507" pitchFamily="18" charset="2"/>
              </a:rPr>
              <a:t>1/2 </a:t>
            </a:r>
            <a:r>
              <a:rPr lang="en-US" altLang="th-TH" dirty="0">
                <a:cs typeface="Times New Roman" panose="02020603050405020304" pitchFamily="18" charset="0"/>
                <a:sym typeface="Symbol" panose="05050102010706020507" pitchFamily="18" charset="2"/>
              </a:rPr>
              <a:t>(</a:t>
            </a:r>
            <a:r>
              <a:rPr lang="en-US" altLang="th-TH" i="1" dirty="0">
                <a:cs typeface="Times New Roman" panose="02020603050405020304" pitchFamily="18" charset="0"/>
                <a:sym typeface="Symbol" panose="05050102010706020507" pitchFamily="18" charset="2"/>
              </a:rPr>
              <a:t>n</a:t>
            </a:r>
            <a:r>
              <a:rPr lang="en-US" altLang="th-TH" dirty="0">
                <a:cs typeface="Times New Roman" panose="02020603050405020304" pitchFamily="18" charset="0"/>
                <a:sym typeface="Symbol" panose="05050102010706020507" pitchFamily="18" charset="2"/>
              </a:rPr>
              <a:t>/e)</a:t>
            </a:r>
            <a:r>
              <a:rPr lang="en-US" altLang="th-TH" i="1" baseline="30000" dirty="0">
                <a:cs typeface="Times New Roman" panose="02020603050405020304" pitchFamily="18" charset="0"/>
                <a:sym typeface="Symbol" panose="05050102010706020507" pitchFamily="18" charset="2"/>
              </a:rPr>
              <a:t>n</a:t>
            </a:r>
          </a:p>
          <a:p>
            <a:pPr>
              <a:lnSpc>
                <a:spcPct val="90000"/>
              </a:lnSpc>
              <a:buFont typeface="Monotype Sorts" pitchFamily="2" charset="2"/>
              <a:buNone/>
            </a:pPr>
            <a:endParaRPr lang="en-US" altLang="th-TH" i="1" baseline="30000" dirty="0">
              <a:cs typeface="Times New Roman" panose="02020603050405020304" pitchFamily="18" charset="0"/>
              <a:sym typeface="Symbol" panose="05050102010706020507" pitchFamily="18" charset="2"/>
            </a:endParaRPr>
          </a:p>
          <a:p>
            <a:pPr>
              <a:lnSpc>
                <a:spcPct val="90000"/>
              </a:lnSpc>
              <a:buFont typeface="Monotype Sorts" pitchFamily="2" charset="2"/>
              <a:buNone/>
            </a:pPr>
            <a:r>
              <a:rPr lang="en-US" altLang="th-TH" dirty="0">
                <a:cs typeface="Times New Roman" panose="02020603050405020304" pitchFamily="18" charset="0"/>
              </a:rPr>
              <a:t>															</a:t>
            </a:r>
          </a:p>
          <a:p>
            <a:pPr>
              <a:lnSpc>
                <a:spcPct val="90000"/>
              </a:lnSpc>
              <a:buFont typeface="Monotype Sorts" pitchFamily="2" charset="2"/>
              <a:buNone/>
            </a:pPr>
            <a:r>
              <a:rPr lang="en-US" altLang="th-TH" dirty="0">
                <a:cs typeface="Times New Roman" panose="02020603050405020304" pitchFamily="18" charset="0"/>
              </a:rPr>
              <a:t>  </a:t>
            </a:r>
          </a:p>
        </p:txBody>
      </p:sp>
      <p:sp>
        <p:nvSpPr>
          <p:cNvPr id="16"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17" name="Slide Number Placeholder 5"/>
          <p:cNvSpPr>
            <a:spLocks noGrp="1"/>
          </p:cNvSpPr>
          <p:nvPr>
            <p:ph type="sldNum" sz="quarter" idx="12"/>
          </p:nvPr>
        </p:nvSpPr>
        <p:spPr/>
        <p:txBody>
          <a:bodyPr/>
          <a:lstStyle/>
          <a:p>
            <a:fld id="{44A9704F-5998-41D8-8A62-BE20C880CB32}" type="slidenum">
              <a:rPr lang="en-US" altLang="th-TH"/>
              <a:pPr/>
              <a:t>27</a:t>
            </a:fld>
            <a:endParaRPr lang="en-US" altLang="th-TH"/>
          </a:p>
        </p:txBody>
      </p:sp>
      <p:grpSp>
        <p:nvGrpSpPr>
          <p:cNvPr id="287748" name="Group 4"/>
          <p:cNvGrpSpPr>
            <a:grpSpLocks/>
          </p:cNvGrpSpPr>
          <p:nvPr/>
        </p:nvGrpSpPr>
        <p:grpSpPr bwMode="auto">
          <a:xfrm>
            <a:off x="3429000" y="2414163"/>
            <a:ext cx="3962355" cy="754486"/>
            <a:chOff x="2806" y="2352"/>
            <a:chExt cx="2240" cy="521"/>
          </a:xfrm>
        </p:grpSpPr>
        <p:grpSp>
          <p:nvGrpSpPr>
            <p:cNvPr id="287749" name="Group 5"/>
            <p:cNvGrpSpPr>
              <a:grpSpLocks/>
            </p:cNvGrpSpPr>
            <p:nvPr/>
          </p:nvGrpSpPr>
          <p:grpSpPr bwMode="auto">
            <a:xfrm>
              <a:off x="3226" y="2352"/>
              <a:ext cx="480" cy="446"/>
              <a:chOff x="3754" y="122"/>
              <a:chExt cx="480" cy="446"/>
            </a:xfrm>
          </p:grpSpPr>
          <p:sp>
            <p:nvSpPr>
              <p:cNvPr id="287750" name="Text Box 6"/>
              <p:cNvSpPr txBox="1">
                <a:spLocks noChangeArrowheads="1"/>
              </p:cNvSpPr>
              <p:nvPr/>
            </p:nvSpPr>
            <p:spPr bwMode="auto">
              <a:xfrm>
                <a:off x="3832" y="122"/>
                <a:ext cx="324"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th-TH" i="1"/>
                  <a:t>f</a:t>
                </a:r>
                <a:r>
                  <a:rPr kumimoji="1" lang="en-US" altLang="th-TH"/>
                  <a:t>(</a:t>
                </a:r>
                <a:r>
                  <a:rPr kumimoji="1" lang="en-US" altLang="th-TH" i="1"/>
                  <a:t>n</a:t>
                </a:r>
                <a:r>
                  <a:rPr kumimoji="1" lang="en-US" altLang="th-TH"/>
                  <a:t>)</a:t>
                </a:r>
              </a:p>
              <a:p>
                <a:r>
                  <a:rPr kumimoji="1" lang="en-US" altLang="th-TH" i="1"/>
                  <a:t>g</a:t>
                </a:r>
                <a:r>
                  <a:rPr kumimoji="1" lang="en-US" altLang="th-TH"/>
                  <a:t>(</a:t>
                </a:r>
                <a:r>
                  <a:rPr kumimoji="1" lang="en-US" altLang="th-TH" i="1"/>
                  <a:t>n</a:t>
                </a:r>
                <a:r>
                  <a:rPr kumimoji="1" lang="en-US" altLang="th-TH"/>
                  <a:t>)</a:t>
                </a:r>
              </a:p>
            </p:txBody>
          </p:sp>
          <p:sp>
            <p:nvSpPr>
              <p:cNvPr id="287751" name="Line 7"/>
              <p:cNvSpPr>
                <a:spLocks noChangeShapeType="1"/>
              </p:cNvSpPr>
              <p:nvPr/>
            </p:nvSpPr>
            <p:spPr bwMode="auto">
              <a:xfrm>
                <a:off x="3754" y="345"/>
                <a:ext cx="480" cy="0"/>
              </a:xfrm>
              <a:prstGeom prst="line">
                <a:avLst/>
              </a:prstGeom>
              <a:noFill/>
              <a:ln w="28575">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dirty="0"/>
              </a:p>
            </p:txBody>
          </p:sp>
        </p:grpSp>
        <p:sp>
          <p:nvSpPr>
            <p:cNvPr id="287752" name="Text Box 8"/>
            <p:cNvSpPr txBox="1">
              <a:spLocks noChangeArrowheads="1"/>
            </p:cNvSpPr>
            <p:nvPr/>
          </p:nvSpPr>
          <p:spPr bwMode="auto">
            <a:xfrm>
              <a:off x="2806" y="2448"/>
              <a:ext cx="363" cy="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th-TH" i="1" dirty="0" err="1"/>
                <a:t>lim</a:t>
              </a:r>
              <a:endParaRPr kumimoji="1" lang="en-US" altLang="th-TH" sz="1600" i="1" dirty="0"/>
            </a:p>
            <a:p>
              <a:r>
                <a:rPr kumimoji="1" lang="en-US" altLang="th-TH" sz="1600" i="1" dirty="0"/>
                <a:t>n</a:t>
              </a:r>
              <a:r>
                <a:rPr kumimoji="1" lang="en-US" altLang="th-TH" sz="1600" dirty="0">
                  <a:sym typeface="Symbol" panose="05050102010706020507" pitchFamily="18" charset="2"/>
                </a:rPr>
                <a:t></a:t>
              </a:r>
              <a:endParaRPr lang="en-US" altLang="th-TH" baseline="-25000" dirty="0">
                <a:cs typeface="Times New Roman" panose="02020603050405020304" pitchFamily="18" charset="0"/>
              </a:endParaRPr>
            </a:p>
          </p:txBody>
        </p:sp>
        <p:sp>
          <p:nvSpPr>
            <p:cNvPr id="287753" name="Text Box 9"/>
            <p:cNvSpPr txBox="1">
              <a:spLocks noChangeArrowheads="1"/>
            </p:cNvSpPr>
            <p:nvPr/>
          </p:nvSpPr>
          <p:spPr bwMode="auto">
            <a:xfrm>
              <a:off x="3805" y="2496"/>
              <a:ext cx="200" cy="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t>= </a:t>
              </a:r>
              <a:endParaRPr kumimoji="1" lang="en-US" altLang="th-TH"/>
            </a:p>
          </p:txBody>
        </p:sp>
        <p:grpSp>
          <p:nvGrpSpPr>
            <p:cNvPr id="287754" name="Group 10"/>
            <p:cNvGrpSpPr>
              <a:grpSpLocks/>
            </p:cNvGrpSpPr>
            <p:nvPr/>
          </p:nvGrpSpPr>
          <p:grpSpPr bwMode="auto">
            <a:xfrm>
              <a:off x="4518" y="2352"/>
              <a:ext cx="528" cy="446"/>
              <a:chOff x="3784" y="122"/>
              <a:chExt cx="480" cy="446"/>
            </a:xfrm>
          </p:grpSpPr>
          <p:sp>
            <p:nvSpPr>
              <p:cNvPr id="287755" name="Text Box 11"/>
              <p:cNvSpPr txBox="1">
                <a:spLocks noChangeArrowheads="1"/>
              </p:cNvSpPr>
              <p:nvPr/>
            </p:nvSpPr>
            <p:spPr bwMode="auto">
              <a:xfrm>
                <a:off x="3807" y="122"/>
                <a:ext cx="347" cy="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th-TH" i="1"/>
                  <a:t>f </a:t>
                </a:r>
                <a:r>
                  <a:rPr kumimoji="1" lang="en-US" altLang="th-TH"/>
                  <a:t>´(</a:t>
                </a:r>
                <a:r>
                  <a:rPr kumimoji="1" lang="en-US" altLang="th-TH" i="1"/>
                  <a:t>n</a:t>
                </a:r>
                <a:r>
                  <a:rPr kumimoji="1" lang="en-US" altLang="th-TH"/>
                  <a:t>)</a:t>
                </a:r>
              </a:p>
              <a:p>
                <a:r>
                  <a:rPr kumimoji="1" lang="en-US" altLang="th-TH" i="1"/>
                  <a:t>g </a:t>
                </a:r>
                <a:r>
                  <a:rPr kumimoji="1" lang="en-US" altLang="th-TH"/>
                  <a:t>´(</a:t>
                </a:r>
                <a:r>
                  <a:rPr kumimoji="1" lang="en-US" altLang="th-TH" i="1"/>
                  <a:t>n</a:t>
                </a:r>
                <a:r>
                  <a:rPr kumimoji="1" lang="en-US" altLang="th-TH"/>
                  <a:t>)</a:t>
                </a:r>
              </a:p>
            </p:txBody>
          </p:sp>
          <p:sp>
            <p:nvSpPr>
              <p:cNvPr id="287756" name="Line 12"/>
              <p:cNvSpPr>
                <a:spLocks noChangeShapeType="1"/>
              </p:cNvSpPr>
              <p:nvPr/>
            </p:nvSpPr>
            <p:spPr bwMode="auto">
              <a:xfrm>
                <a:off x="3784" y="345"/>
                <a:ext cx="480" cy="0"/>
              </a:xfrm>
              <a:prstGeom prst="line">
                <a:avLst/>
              </a:prstGeom>
              <a:noFill/>
              <a:ln w="28575">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dirty="0"/>
              </a:p>
            </p:txBody>
          </p:sp>
        </p:grpSp>
        <p:sp>
          <p:nvSpPr>
            <p:cNvPr id="287757" name="Text Box 13"/>
            <p:cNvSpPr txBox="1">
              <a:spLocks noChangeArrowheads="1"/>
            </p:cNvSpPr>
            <p:nvPr/>
          </p:nvSpPr>
          <p:spPr bwMode="auto">
            <a:xfrm>
              <a:off x="4103" y="2448"/>
              <a:ext cx="363" cy="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th-TH" i="1"/>
                <a:t>lim</a:t>
              </a:r>
              <a:endParaRPr kumimoji="1" lang="en-US" altLang="th-TH" sz="1600" i="1"/>
            </a:p>
            <a:p>
              <a:r>
                <a:rPr kumimoji="1" lang="en-US" altLang="th-TH" sz="1600" i="1"/>
                <a:t>n</a:t>
              </a:r>
              <a:r>
                <a:rPr kumimoji="1" lang="en-US" altLang="th-TH" sz="1600">
                  <a:sym typeface="Symbol" panose="05050102010706020507" pitchFamily="18" charset="2"/>
                </a:rPr>
                <a:t></a:t>
              </a:r>
              <a:endParaRPr kumimoji="1" lang="en-US" altLang="th-TH" sz="1600"/>
            </a:p>
          </p:txBody>
        </p:sp>
      </p:grpSp>
      <p:sp>
        <p:nvSpPr>
          <p:cNvPr id="287758" name="Text Box 14"/>
          <p:cNvSpPr txBox="1">
            <a:spLocks noChangeArrowheads="1"/>
          </p:cNvSpPr>
          <p:nvPr/>
        </p:nvSpPr>
        <p:spPr bwMode="auto">
          <a:xfrm>
            <a:off x="609600" y="3352800"/>
            <a:ext cx="3276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th-TH"/>
              <a:t>Example:  log </a:t>
            </a:r>
            <a:r>
              <a:rPr kumimoji="1" lang="en-US" altLang="th-TH" i="1"/>
              <a:t>n</a:t>
            </a:r>
            <a:r>
              <a:rPr kumimoji="1" lang="en-US" altLang="th-TH"/>
              <a:t>  vs. </a:t>
            </a:r>
            <a:r>
              <a:rPr kumimoji="1" lang="en-US" altLang="th-TH" i="1"/>
              <a:t>n</a:t>
            </a:r>
            <a:endParaRPr lang="en-US" altLang="th-TH" i="1"/>
          </a:p>
        </p:txBody>
      </p:sp>
      <p:sp>
        <p:nvSpPr>
          <p:cNvPr id="287759" name="Text Box 15"/>
          <p:cNvSpPr txBox="1">
            <a:spLocks noChangeArrowheads="1"/>
          </p:cNvSpPr>
          <p:nvPr/>
        </p:nvSpPr>
        <p:spPr bwMode="auto">
          <a:xfrm>
            <a:off x="609600" y="5105400"/>
            <a:ext cx="3276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1" lang="en-US" altLang="th-TH"/>
              <a:t>Example:  </a:t>
            </a:r>
            <a:r>
              <a:rPr kumimoji="1" lang="en-US" altLang="th-TH">
                <a:sym typeface="Symbol" panose="05050102010706020507" pitchFamily="18" charset="2"/>
              </a:rPr>
              <a:t>2</a:t>
            </a:r>
            <a:r>
              <a:rPr kumimoji="1" lang="en-US" altLang="th-TH" i="1" baseline="30000">
                <a:sym typeface="Symbol" panose="05050102010706020507" pitchFamily="18" charset="2"/>
              </a:rPr>
              <a:t>n</a:t>
            </a:r>
            <a:r>
              <a:rPr kumimoji="1" lang="en-US" altLang="th-TH"/>
              <a:t> vs. </a:t>
            </a:r>
            <a:r>
              <a:rPr kumimoji="1" lang="en-US" altLang="th-TH" i="1"/>
              <a:t>n</a:t>
            </a:r>
            <a:r>
              <a:rPr kumimoji="1" lang="en-US" altLang="th-TH"/>
              <a:t>!</a:t>
            </a:r>
            <a:endParaRPr kumimoji="1" lang="en-US" altLang="th-TH" i="1"/>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a:xfrm>
            <a:off x="457200" y="304800"/>
            <a:ext cx="8534400" cy="533400"/>
          </a:xfrm>
        </p:spPr>
        <p:txBody>
          <a:bodyPr/>
          <a:lstStyle/>
          <a:p>
            <a:r>
              <a:rPr lang="en-US" altLang="th-TH" sz="3200"/>
              <a:t>Orders of growth of some important functions</a:t>
            </a:r>
          </a:p>
        </p:txBody>
      </p:sp>
      <p:sp>
        <p:nvSpPr>
          <p:cNvPr id="286723" name="Rectangle 3"/>
          <p:cNvSpPr>
            <a:spLocks noGrp="1" noChangeArrowheads="1"/>
          </p:cNvSpPr>
          <p:nvPr>
            <p:ph idx="1"/>
          </p:nvPr>
        </p:nvSpPr>
        <p:spPr>
          <a:xfrm>
            <a:off x="381000" y="1295400"/>
            <a:ext cx="8763000" cy="5334000"/>
          </a:xfrm>
        </p:spPr>
        <p:txBody>
          <a:bodyPr/>
          <a:lstStyle/>
          <a:p>
            <a:pPr>
              <a:lnSpc>
                <a:spcPct val="80000"/>
              </a:lnSpc>
            </a:pPr>
            <a:r>
              <a:rPr kumimoji="0" lang="en-US" altLang="th-TH">
                <a:solidFill>
                  <a:schemeClr val="hlink"/>
                </a:solidFill>
              </a:rPr>
              <a:t>All logarithmic functions log</a:t>
            </a:r>
            <a:r>
              <a:rPr kumimoji="0" lang="en-US" altLang="th-TH" i="1" baseline="-25000">
                <a:solidFill>
                  <a:schemeClr val="hlink"/>
                </a:solidFill>
              </a:rPr>
              <a:t>a </a:t>
            </a:r>
            <a:r>
              <a:rPr kumimoji="0" lang="en-US" altLang="th-TH" i="1">
                <a:solidFill>
                  <a:schemeClr val="hlink"/>
                </a:solidFill>
              </a:rPr>
              <a:t>n</a:t>
            </a:r>
            <a:r>
              <a:rPr kumimoji="0" lang="en-US" altLang="th-TH" b="0">
                <a:solidFill>
                  <a:schemeClr val="tx1"/>
                </a:solidFill>
                <a:effectLst/>
              </a:rPr>
              <a:t> </a:t>
            </a:r>
            <a:r>
              <a:rPr kumimoji="0" lang="en-US" altLang="th-TH">
                <a:solidFill>
                  <a:schemeClr val="hlink"/>
                </a:solidFill>
              </a:rPr>
              <a:t>belong to the same class</a:t>
            </a:r>
            <a:r>
              <a:rPr kumimoji="0" lang="en-US" altLang="th-TH">
                <a:sym typeface="Symbol" panose="05050102010706020507" pitchFamily="18" charset="2"/>
              </a:rPr>
              <a:t> </a:t>
            </a:r>
            <a:br>
              <a:rPr kumimoji="0" lang="en-US" altLang="th-TH">
                <a:sym typeface="Symbol" panose="05050102010706020507" pitchFamily="18" charset="2"/>
              </a:rPr>
            </a:br>
            <a:r>
              <a:rPr kumimoji="0" lang="en-US" altLang="th-TH">
                <a:sym typeface="Symbol" panose="05050102010706020507" pitchFamily="18" charset="2"/>
              </a:rPr>
              <a:t>(</a:t>
            </a:r>
            <a:r>
              <a:rPr lang="en-US" altLang="th-TH">
                <a:sym typeface="Symbol" panose="05050102010706020507" pitchFamily="18" charset="2"/>
              </a:rPr>
              <a:t>log </a:t>
            </a:r>
            <a:r>
              <a:rPr lang="en-US" altLang="th-TH" i="1">
                <a:sym typeface="Symbol" panose="05050102010706020507" pitchFamily="18" charset="2"/>
              </a:rPr>
              <a:t>n</a:t>
            </a:r>
            <a:r>
              <a:rPr kumimoji="0" lang="en-US" altLang="th-TH">
                <a:sym typeface="Symbol" panose="05050102010706020507" pitchFamily="18" charset="2"/>
              </a:rPr>
              <a:t>)</a:t>
            </a:r>
            <a:r>
              <a:rPr kumimoji="0" lang="en-US" altLang="th-TH">
                <a:effectLst/>
                <a:sym typeface="Symbol" panose="05050102010706020507" pitchFamily="18" charset="2"/>
              </a:rPr>
              <a:t> </a:t>
            </a:r>
            <a:r>
              <a:rPr kumimoji="0" lang="en-US" altLang="th-TH">
                <a:sym typeface="Symbol" panose="05050102010706020507" pitchFamily="18" charset="2"/>
              </a:rPr>
              <a:t>no matter what the logarithm’s base </a:t>
            </a:r>
            <a:r>
              <a:rPr kumimoji="0" lang="en-US" altLang="th-TH" i="1">
                <a:sym typeface="Symbol" panose="05050102010706020507" pitchFamily="18" charset="2"/>
              </a:rPr>
              <a:t>a </a:t>
            </a:r>
            <a:r>
              <a:rPr kumimoji="0" lang="en-US" altLang="th-TH">
                <a:sym typeface="Symbol" panose="05050102010706020507" pitchFamily="18" charset="2"/>
              </a:rPr>
              <a:t>&gt; 1 is</a:t>
            </a:r>
            <a:br>
              <a:rPr kumimoji="0" lang="en-US" altLang="th-TH" sz="2000">
                <a:sym typeface="Symbol" panose="05050102010706020507" pitchFamily="18" charset="2"/>
              </a:rPr>
            </a:br>
            <a:br>
              <a:rPr kumimoji="0" lang="en-US" altLang="th-TH" sz="2000">
                <a:sym typeface="Symbol" panose="05050102010706020507" pitchFamily="18" charset="2"/>
              </a:rPr>
            </a:br>
            <a:endParaRPr lang="en-US" altLang="th-TH" sz="2000">
              <a:sym typeface="Symbol" panose="05050102010706020507" pitchFamily="18" charset="2"/>
            </a:endParaRPr>
          </a:p>
          <a:p>
            <a:pPr>
              <a:lnSpc>
                <a:spcPct val="80000"/>
              </a:lnSpc>
            </a:pPr>
            <a:r>
              <a:rPr kumimoji="0" lang="en-US" altLang="th-TH">
                <a:solidFill>
                  <a:schemeClr val="hlink"/>
                </a:solidFill>
              </a:rPr>
              <a:t>All polynomials of the same degree </a:t>
            </a:r>
            <a:r>
              <a:rPr kumimoji="0" lang="en-US" altLang="th-TH" i="1">
                <a:solidFill>
                  <a:schemeClr val="hlink"/>
                </a:solidFill>
              </a:rPr>
              <a:t>k </a:t>
            </a:r>
            <a:r>
              <a:rPr kumimoji="0" lang="en-US" altLang="th-TH">
                <a:solidFill>
                  <a:schemeClr val="hlink"/>
                </a:solidFill>
              </a:rPr>
              <a:t>belong to the same class: </a:t>
            </a:r>
            <a:r>
              <a:rPr lang="en-US" altLang="th-TH" i="1">
                <a:cs typeface="Times New Roman" panose="02020603050405020304" pitchFamily="18" charset="0"/>
              </a:rPr>
              <a:t>a</a:t>
            </a:r>
            <a:r>
              <a:rPr lang="en-US" altLang="th-TH" i="1" baseline="-25000">
                <a:cs typeface="Times New Roman" panose="02020603050405020304" pitchFamily="18" charset="0"/>
              </a:rPr>
              <a:t>k</a:t>
            </a:r>
            <a:r>
              <a:rPr lang="en-US" altLang="th-TH" i="1">
                <a:cs typeface="Times New Roman" panose="02020603050405020304" pitchFamily="18" charset="0"/>
              </a:rPr>
              <a:t>n</a:t>
            </a:r>
            <a:r>
              <a:rPr lang="en-US" altLang="th-TH" i="1" baseline="30000">
                <a:cs typeface="Times New Roman" panose="02020603050405020304" pitchFamily="18" charset="0"/>
              </a:rPr>
              <a:t>k</a:t>
            </a:r>
            <a:r>
              <a:rPr lang="en-US" altLang="th-TH">
                <a:cs typeface="Times New Roman" panose="02020603050405020304" pitchFamily="18" charset="0"/>
              </a:rPr>
              <a:t> + </a:t>
            </a:r>
            <a:r>
              <a:rPr lang="en-US" altLang="th-TH" i="1">
                <a:cs typeface="Times New Roman" panose="02020603050405020304" pitchFamily="18" charset="0"/>
              </a:rPr>
              <a:t>a</a:t>
            </a:r>
            <a:r>
              <a:rPr lang="en-US" altLang="th-TH" i="1" baseline="-25000">
                <a:cs typeface="Times New Roman" panose="02020603050405020304" pitchFamily="18" charset="0"/>
              </a:rPr>
              <a:t>k</a:t>
            </a:r>
            <a:r>
              <a:rPr lang="en-US" altLang="th-TH" baseline="-25000">
                <a:cs typeface="Times New Roman" panose="02020603050405020304" pitchFamily="18" charset="0"/>
              </a:rPr>
              <a:t>-1</a:t>
            </a:r>
            <a:r>
              <a:rPr lang="en-US" altLang="th-TH" i="1">
                <a:cs typeface="Times New Roman" panose="02020603050405020304" pitchFamily="18" charset="0"/>
              </a:rPr>
              <a:t>n</a:t>
            </a:r>
            <a:r>
              <a:rPr lang="en-US" altLang="th-TH" i="1" baseline="30000">
                <a:cs typeface="Times New Roman" panose="02020603050405020304" pitchFamily="18" charset="0"/>
              </a:rPr>
              <a:t>k</a:t>
            </a:r>
            <a:r>
              <a:rPr lang="en-US" altLang="th-TH" baseline="30000">
                <a:cs typeface="Times New Roman" panose="02020603050405020304" pitchFamily="18" charset="0"/>
              </a:rPr>
              <a:t>-1</a:t>
            </a:r>
            <a:r>
              <a:rPr lang="en-US" altLang="th-TH">
                <a:cs typeface="Times New Roman" panose="02020603050405020304" pitchFamily="18" charset="0"/>
              </a:rPr>
              <a:t> + … + </a:t>
            </a:r>
            <a:r>
              <a:rPr lang="en-US" altLang="th-TH" i="1">
                <a:cs typeface="Times New Roman" panose="02020603050405020304" pitchFamily="18" charset="0"/>
              </a:rPr>
              <a:t>a</a:t>
            </a:r>
            <a:r>
              <a:rPr lang="en-US" altLang="th-TH" baseline="-25000">
                <a:cs typeface="Times New Roman" panose="02020603050405020304" pitchFamily="18" charset="0"/>
              </a:rPr>
              <a:t>0 </a:t>
            </a:r>
            <a:r>
              <a:rPr kumimoji="0" lang="en-US" altLang="th-TH">
                <a:sym typeface="Symbol" panose="05050102010706020507" pitchFamily="18" charset="2"/>
              </a:rPr>
              <a:t> (</a:t>
            </a:r>
            <a:r>
              <a:rPr lang="en-US" altLang="th-TH" i="1">
                <a:sym typeface="Symbol" panose="05050102010706020507" pitchFamily="18" charset="2"/>
              </a:rPr>
              <a:t>n</a:t>
            </a:r>
            <a:r>
              <a:rPr lang="en-US" altLang="th-TH" i="1" baseline="30000">
                <a:sym typeface="Symbol" panose="05050102010706020507" pitchFamily="18" charset="2"/>
              </a:rPr>
              <a:t>k</a:t>
            </a:r>
            <a:r>
              <a:rPr kumimoji="0" lang="en-US" altLang="th-TH">
                <a:sym typeface="Symbol" panose="05050102010706020507" pitchFamily="18" charset="2"/>
              </a:rPr>
              <a:t>) </a:t>
            </a:r>
            <a:br>
              <a:rPr kumimoji="0" lang="en-US" altLang="th-TH">
                <a:sym typeface="Symbol" panose="05050102010706020507" pitchFamily="18" charset="2"/>
              </a:rPr>
            </a:br>
            <a:br>
              <a:rPr kumimoji="0" lang="en-US" altLang="th-TH" sz="2000">
                <a:sym typeface="Symbol" panose="05050102010706020507" pitchFamily="18" charset="2"/>
              </a:rPr>
            </a:br>
            <a:endParaRPr kumimoji="0" lang="en-US" altLang="th-TH" sz="2000">
              <a:sym typeface="Symbol" panose="05050102010706020507" pitchFamily="18" charset="2"/>
            </a:endParaRPr>
          </a:p>
          <a:p>
            <a:pPr>
              <a:lnSpc>
                <a:spcPct val="80000"/>
              </a:lnSpc>
            </a:pPr>
            <a:r>
              <a:rPr kumimoji="0" lang="en-US" altLang="th-TH">
                <a:sym typeface="Symbol" panose="05050102010706020507" pitchFamily="18" charset="2"/>
              </a:rPr>
              <a:t>Exponential functions </a:t>
            </a:r>
            <a:r>
              <a:rPr kumimoji="0" lang="en-US" altLang="th-TH" i="1">
                <a:sym typeface="Symbol" panose="05050102010706020507" pitchFamily="18" charset="2"/>
              </a:rPr>
              <a:t>a</a:t>
            </a:r>
            <a:r>
              <a:rPr kumimoji="0" lang="en-US" altLang="th-TH" i="1" baseline="30000">
                <a:sym typeface="Symbol" panose="05050102010706020507" pitchFamily="18" charset="2"/>
              </a:rPr>
              <a:t>n </a:t>
            </a:r>
            <a:r>
              <a:rPr kumimoji="0" lang="en-US" altLang="th-TH">
                <a:sym typeface="Symbol" panose="05050102010706020507" pitchFamily="18" charset="2"/>
              </a:rPr>
              <a:t>have different orders of growth for different </a:t>
            </a:r>
            <a:r>
              <a:rPr kumimoji="0" lang="en-US" altLang="th-TH" i="1">
                <a:sym typeface="Symbol" panose="05050102010706020507" pitchFamily="18" charset="2"/>
              </a:rPr>
              <a:t>a</a:t>
            </a:r>
            <a:r>
              <a:rPr kumimoji="0" lang="en-US" altLang="th-TH">
                <a:sym typeface="Symbol" panose="05050102010706020507" pitchFamily="18" charset="2"/>
              </a:rPr>
              <a:t>’s</a:t>
            </a:r>
            <a:br>
              <a:rPr kumimoji="0" lang="en-US" altLang="th-TH" sz="2000" i="1">
                <a:sym typeface="Symbol" panose="05050102010706020507" pitchFamily="18" charset="2"/>
              </a:rPr>
            </a:br>
            <a:br>
              <a:rPr kumimoji="0" lang="en-US" altLang="th-TH" sz="2000" i="1">
                <a:sym typeface="Symbol" panose="05050102010706020507" pitchFamily="18" charset="2"/>
              </a:rPr>
            </a:br>
            <a:endParaRPr kumimoji="0" lang="en-US" altLang="th-TH" sz="2000" i="1">
              <a:sym typeface="Symbol" panose="05050102010706020507" pitchFamily="18" charset="2"/>
            </a:endParaRPr>
          </a:p>
          <a:p>
            <a:pPr>
              <a:lnSpc>
                <a:spcPct val="80000"/>
              </a:lnSpc>
            </a:pPr>
            <a:r>
              <a:rPr lang="en-US" altLang="th-TH">
                <a:cs typeface="Times New Roman" panose="02020603050405020304" pitchFamily="18" charset="0"/>
              </a:rPr>
              <a:t>order </a:t>
            </a:r>
            <a:r>
              <a:rPr lang="en-US" altLang="th-TH">
                <a:sym typeface="Symbol" panose="05050102010706020507" pitchFamily="18" charset="2"/>
              </a:rPr>
              <a:t>log </a:t>
            </a:r>
            <a:r>
              <a:rPr lang="en-US" altLang="th-TH" i="1">
                <a:sym typeface="Symbol" panose="05050102010706020507" pitchFamily="18" charset="2"/>
              </a:rPr>
              <a:t>n  &lt; </a:t>
            </a:r>
            <a:r>
              <a:rPr lang="en-US" altLang="th-TH">
                <a:sym typeface="Symbol" panose="05050102010706020507" pitchFamily="18" charset="2"/>
              </a:rPr>
              <a:t>order </a:t>
            </a:r>
            <a:r>
              <a:rPr lang="en-US" altLang="th-TH" i="1">
                <a:sym typeface="Symbol" panose="05050102010706020507" pitchFamily="18" charset="2"/>
              </a:rPr>
              <a:t>n</a:t>
            </a:r>
            <a:r>
              <a:rPr lang="en-US" altLang="th-TH" i="1" baseline="30000">
                <a:sym typeface="Symbol" panose="05050102010706020507" pitchFamily="18" charset="2"/>
              </a:rPr>
              <a:t> </a:t>
            </a:r>
            <a:r>
              <a:rPr lang="en-US" altLang="th-TH" i="1">
                <a:sym typeface="Symbol" panose="05050102010706020507" pitchFamily="18" charset="2"/>
              </a:rPr>
              <a:t> </a:t>
            </a:r>
            <a:r>
              <a:rPr lang="en-US" altLang="th-TH">
                <a:sym typeface="Symbol" panose="05050102010706020507" pitchFamily="18" charset="2"/>
              </a:rPr>
              <a:t>(&gt;0)  &lt; order </a:t>
            </a:r>
            <a:r>
              <a:rPr kumimoji="0" lang="en-US" altLang="th-TH" i="1">
                <a:sym typeface="Symbol" panose="05050102010706020507" pitchFamily="18" charset="2"/>
              </a:rPr>
              <a:t>a</a:t>
            </a:r>
            <a:r>
              <a:rPr kumimoji="0" lang="en-US" altLang="th-TH" i="1" baseline="30000">
                <a:sym typeface="Symbol" panose="05050102010706020507" pitchFamily="18" charset="2"/>
              </a:rPr>
              <a:t>n</a:t>
            </a:r>
            <a:r>
              <a:rPr lang="en-US" altLang="th-TH">
                <a:sym typeface="Symbol" panose="05050102010706020507" pitchFamily="18" charset="2"/>
              </a:rPr>
              <a:t>  &lt; order </a:t>
            </a:r>
            <a:r>
              <a:rPr lang="en-US" altLang="th-TH" i="1">
                <a:sym typeface="Symbol" panose="05050102010706020507" pitchFamily="18" charset="2"/>
              </a:rPr>
              <a:t>n</a:t>
            </a:r>
            <a:r>
              <a:rPr lang="en-US" altLang="th-TH">
                <a:sym typeface="Symbol" panose="05050102010706020507" pitchFamily="18" charset="2"/>
              </a:rPr>
              <a:t>! &lt; order </a:t>
            </a:r>
            <a:r>
              <a:rPr lang="en-US" altLang="th-TH" i="1">
                <a:sym typeface="Symbol" panose="05050102010706020507" pitchFamily="18" charset="2"/>
              </a:rPr>
              <a:t>n</a:t>
            </a:r>
            <a:r>
              <a:rPr lang="en-US" altLang="th-TH" i="1" baseline="30000">
                <a:sym typeface="Symbol" panose="05050102010706020507" pitchFamily="18" charset="2"/>
              </a:rPr>
              <a:t>n</a:t>
            </a:r>
            <a:r>
              <a:rPr lang="en-US" altLang="th-TH" sz="1600">
                <a:cs typeface="Times New Roman" panose="02020603050405020304" pitchFamily="18" charset="0"/>
              </a:rPr>
              <a:t>																											</a:t>
            </a:r>
            <a:endParaRPr lang="en-US" altLang="th-TH" sz="1600" i="1" baseline="30000">
              <a:cs typeface="Times New Roman" panose="02020603050405020304" pitchFamily="18" charset="0"/>
              <a:sym typeface="Symbol" panose="05050102010706020507" pitchFamily="18" charset="2"/>
            </a:endParaRPr>
          </a:p>
          <a:p>
            <a:pPr>
              <a:lnSpc>
                <a:spcPct val="80000"/>
              </a:lnSpc>
              <a:buFont typeface="Monotype Sorts" pitchFamily="2" charset="2"/>
              <a:buNone/>
            </a:pPr>
            <a:r>
              <a:rPr lang="en-US" altLang="th-TH" sz="1600">
                <a:cs typeface="Times New Roman" panose="02020603050405020304" pitchFamily="18" charset="0"/>
              </a:rPr>
              <a:t>															</a:t>
            </a:r>
          </a:p>
          <a:p>
            <a:pPr>
              <a:lnSpc>
                <a:spcPct val="80000"/>
              </a:lnSpc>
              <a:buFont typeface="Monotype Sorts" pitchFamily="2" charset="2"/>
              <a:buNone/>
            </a:pPr>
            <a:r>
              <a:rPr lang="en-US" altLang="th-TH" sz="1600">
                <a:cs typeface="Times New Roman" panose="02020603050405020304" pitchFamily="18" charset="0"/>
              </a:rPr>
              <a:t>  </a:t>
            </a: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4993D12A-EB60-4784-AA68-1022484134CF}" type="slidenum">
              <a:rPr lang="en-US" altLang="th-TH"/>
              <a:pPr/>
              <a:t>28</a:t>
            </a:fld>
            <a:endParaRPr lang="en-US" altLang="th-TH"/>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p:cNvSpPr>
            <a:spLocks noGrp="1" noChangeArrowheads="1"/>
          </p:cNvSpPr>
          <p:nvPr>
            <p:ph type="title"/>
          </p:nvPr>
        </p:nvSpPr>
        <p:spPr>
          <a:xfrm>
            <a:off x="628650" y="365127"/>
            <a:ext cx="7886700" cy="777869"/>
          </a:xfrm>
        </p:spPr>
        <p:txBody>
          <a:bodyPr/>
          <a:lstStyle/>
          <a:p>
            <a:r>
              <a:rPr lang="en-US" altLang="th-TH" dirty="0"/>
              <a:t>Basic asymptotic efficiency classes</a:t>
            </a:r>
          </a:p>
        </p:txBody>
      </p:sp>
      <p:sp>
        <p:nvSpPr>
          <p:cNvPr id="33"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34" name="Slide Number Placeholder 5"/>
          <p:cNvSpPr>
            <a:spLocks noGrp="1"/>
          </p:cNvSpPr>
          <p:nvPr>
            <p:ph type="sldNum" sz="quarter" idx="12"/>
          </p:nvPr>
        </p:nvSpPr>
        <p:spPr/>
        <p:txBody>
          <a:bodyPr/>
          <a:lstStyle/>
          <a:p>
            <a:fld id="{EE2222B3-C960-4BAE-A78A-5323E246CEE4}" type="slidenum">
              <a:rPr lang="en-US" altLang="th-TH"/>
              <a:pPr/>
              <a:t>29</a:t>
            </a:fld>
            <a:endParaRPr lang="en-US" altLang="th-TH"/>
          </a:p>
        </p:txBody>
      </p:sp>
      <p:graphicFrame>
        <p:nvGraphicFramePr>
          <p:cNvPr id="265255" name="Group 39"/>
          <p:cNvGraphicFramePr>
            <a:graphicFrameLocks noGrp="1"/>
          </p:cNvGraphicFramePr>
          <p:nvPr>
            <p:extLst>
              <p:ext uri="{D42A27DB-BD31-4B8C-83A1-F6EECF244321}">
                <p14:modId xmlns:p14="http://schemas.microsoft.com/office/powerpoint/2010/main" val="3858841437"/>
              </p:ext>
            </p:extLst>
          </p:nvPr>
        </p:nvGraphicFramePr>
        <p:xfrm>
          <a:off x="1295400" y="1219200"/>
          <a:ext cx="7010400" cy="4953000"/>
        </p:xfrm>
        <a:graphic>
          <a:graphicData uri="http://schemas.openxmlformats.org/drawingml/2006/table">
            <a:tbl>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tblGrid>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0" u="none" strike="noStrike" cap="none" normalizeH="0" baseline="0" dirty="0">
                          <a:ln>
                            <a:noFill/>
                          </a:ln>
                          <a:solidFill>
                            <a:schemeClr val="tx1"/>
                          </a:solidFill>
                          <a:effectLst/>
                          <a:latin typeface="Times New Roman" panose="02020603050405020304" pitchFamily="18" charset="0"/>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0" u="none" strike="noStrike" cap="none" normalizeH="0" baseline="0">
                          <a:ln>
                            <a:noFill/>
                          </a:ln>
                          <a:solidFill>
                            <a:schemeClr val="tx1"/>
                          </a:solidFill>
                          <a:effectLst/>
                          <a:latin typeface="Times New Roman" panose="02020603050405020304" pitchFamily="18" charset="0"/>
                        </a:rPr>
                        <a:t>constant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0" u="none" strike="noStrike" cap="none" normalizeH="0" baseline="0">
                          <a:ln>
                            <a:noFill/>
                          </a:ln>
                          <a:solidFill>
                            <a:schemeClr val="tx1"/>
                          </a:solidFill>
                          <a:effectLst/>
                          <a:latin typeface="Times New Roman" panose="02020603050405020304" pitchFamily="18" charset="0"/>
                        </a:rPr>
                        <a:t>log </a:t>
                      </a:r>
                      <a:r>
                        <a:rPr kumimoji="1" lang="en-US" altLang="th-TH" sz="2400" b="0" i="1" u="none" strike="noStrike" cap="none" normalizeH="0" baseline="0">
                          <a:ln>
                            <a:noFill/>
                          </a:ln>
                          <a:solidFill>
                            <a:schemeClr val="tx1"/>
                          </a:solidFill>
                          <a:effectLst/>
                          <a:latin typeface="Times New Roman" panose="02020603050405020304" pitchFamily="18" charset="0"/>
                        </a:rPr>
                        <a:t>n</a:t>
                      </a:r>
                      <a:endParaRPr kumimoji="1" lang="en-US" altLang="th-TH" sz="2400" b="0" i="0" u="none" strike="noStrike" cap="none" normalizeH="0" baseline="0">
                        <a:ln>
                          <a:noFill/>
                        </a:ln>
                        <a:solidFill>
                          <a:schemeClr val="tx1"/>
                        </a:solidFill>
                        <a:effectLst/>
                        <a:latin typeface="Times New Roman" panose="02020603050405020304" pitchFamily="18"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0" u="none" strike="noStrike" cap="none" normalizeH="0" baseline="0">
                          <a:ln>
                            <a:noFill/>
                          </a:ln>
                          <a:solidFill>
                            <a:schemeClr val="tx1"/>
                          </a:solidFill>
                          <a:effectLst/>
                          <a:latin typeface="Times New Roman" panose="02020603050405020304" pitchFamily="18" charset="0"/>
                        </a:rPr>
                        <a:t>logarithmic</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1" u="none" strike="noStrike" cap="none" normalizeH="0" baseline="0">
                          <a:ln>
                            <a:noFill/>
                          </a:ln>
                          <a:solidFill>
                            <a:schemeClr val="tx1"/>
                          </a:solidFill>
                          <a:effectLst/>
                          <a:latin typeface="Times New Roman" panose="02020603050405020304" pitchFamily="18" charset="0"/>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0" u="none" strike="noStrike" cap="none" normalizeH="0" baseline="0">
                          <a:ln>
                            <a:noFill/>
                          </a:ln>
                          <a:solidFill>
                            <a:schemeClr val="tx1"/>
                          </a:solidFill>
                          <a:effectLst/>
                          <a:latin typeface="Times New Roman" panose="02020603050405020304" pitchFamily="18" charset="0"/>
                        </a:rPr>
                        <a:t>linear</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1" u="none" strike="noStrike" cap="none" normalizeH="0" baseline="0">
                          <a:ln>
                            <a:noFill/>
                          </a:ln>
                          <a:solidFill>
                            <a:schemeClr val="tx1"/>
                          </a:solidFill>
                          <a:effectLst/>
                          <a:latin typeface="Times New Roman" panose="02020603050405020304" pitchFamily="18" charset="0"/>
                        </a:rPr>
                        <a:t>n </a:t>
                      </a:r>
                      <a:r>
                        <a:rPr kumimoji="1" lang="en-US" altLang="th-TH" sz="2400" b="0" i="0" u="none" strike="noStrike" cap="none" normalizeH="0" baseline="0">
                          <a:ln>
                            <a:noFill/>
                          </a:ln>
                          <a:solidFill>
                            <a:schemeClr val="tx1"/>
                          </a:solidFill>
                          <a:effectLst/>
                          <a:latin typeface="Times New Roman" panose="02020603050405020304" pitchFamily="18" charset="0"/>
                        </a:rPr>
                        <a:t>log </a:t>
                      </a:r>
                      <a:r>
                        <a:rPr kumimoji="1" lang="en-US" altLang="th-TH" sz="2400" b="0" i="1" u="none" strike="noStrike" cap="none" normalizeH="0" baseline="0">
                          <a:ln>
                            <a:noFill/>
                          </a:ln>
                          <a:solidFill>
                            <a:schemeClr val="tx1"/>
                          </a:solidFill>
                          <a:effectLst/>
                          <a:latin typeface="Times New Roman" panose="02020603050405020304" pitchFamily="18" charset="0"/>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1" u="none" strike="noStrike" cap="none" normalizeH="0" baseline="0">
                          <a:ln>
                            <a:noFill/>
                          </a:ln>
                          <a:solidFill>
                            <a:schemeClr val="tx1"/>
                          </a:solidFill>
                          <a:effectLst/>
                          <a:latin typeface="Times New Roman" panose="02020603050405020304" pitchFamily="18" charset="0"/>
                        </a:rPr>
                        <a:t>n-</a:t>
                      </a:r>
                      <a:r>
                        <a:rPr kumimoji="1" lang="en-US" altLang="th-TH" sz="2400" b="0" i="0" u="none" strike="noStrike" cap="none" normalizeH="0" baseline="0">
                          <a:ln>
                            <a:noFill/>
                          </a:ln>
                          <a:solidFill>
                            <a:schemeClr val="tx1"/>
                          </a:solidFill>
                          <a:effectLst/>
                          <a:latin typeface="Times New Roman" panose="02020603050405020304" pitchFamily="18" charset="0"/>
                        </a:rPr>
                        <a:t>log</a:t>
                      </a:r>
                      <a:r>
                        <a:rPr kumimoji="1" lang="en-US" altLang="th-TH" sz="2400" b="0" i="1" u="none" strike="noStrike" cap="none" normalizeH="0" baseline="0">
                          <a:ln>
                            <a:noFill/>
                          </a:ln>
                          <a:solidFill>
                            <a:schemeClr val="tx1"/>
                          </a:solidFill>
                          <a:effectLst/>
                          <a:latin typeface="Times New Roman" panose="02020603050405020304" pitchFamily="18" charset="0"/>
                        </a:rPr>
                        <a:t>-n </a:t>
                      </a:r>
                      <a:r>
                        <a:rPr kumimoji="1" lang="en-US" altLang="th-TH" sz="2400" b="0" i="0" u="none" strike="noStrike" cap="none" normalizeH="0" baseline="0">
                          <a:ln>
                            <a:noFill/>
                          </a:ln>
                          <a:solidFill>
                            <a:schemeClr val="tx1"/>
                          </a:solidFill>
                          <a:effectLst/>
                          <a:latin typeface="Times New Roman" panose="02020603050405020304" pitchFamily="18" charset="0"/>
                        </a:rPr>
                        <a:t>or linearithmic</a:t>
                      </a:r>
                      <a:endParaRPr kumimoji="1" lang="en-US" altLang="th-TH" sz="2400" b="0" i="1" u="none" strike="noStrike" cap="none" normalizeH="0" baseline="0">
                        <a:ln>
                          <a:noFill/>
                        </a:ln>
                        <a:solidFill>
                          <a:schemeClr val="tx1"/>
                        </a:solidFill>
                        <a:effectLst/>
                        <a:latin typeface="Times New Roman" panose="02020603050405020304" pitchFamily="18" charset="0"/>
                      </a:endParaRP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1" u="none" strike="noStrike" cap="none" normalizeH="0" baseline="0" dirty="0">
                          <a:ln>
                            <a:noFill/>
                          </a:ln>
                          <a:solidFill>
                            <a:schemeClr val="tx1"/>
                          </a:solidFill>
                          <a:effectLst/>
                          <a:latin typeface="Times New Roman" panose="02020603050405020304" pitchFamily="18" charset="0"/>
                        </a:rPr>
                        <a:t>n</a:t>
                      </a:r>
                      <a:r>
                        <a:rPr kumimoji="1" lang="en-US" altLang="th-TH" sz="2400" b="0" i="0" u="none" strike="noStrike" cap="none" normalizeH="0" baseline="30000" dirty="0">
                          <a:ln>
                            <a:noFill/>
                          </a:ln>
                          <a:solidFill>
                            <a:schemeClr val="tx1"/>
                          </a:solidFill>
                          <a:effectLst/>
                          <a:latin typeface="Times New Roman" panose="02020603050405020304" pitchFamily="18" charset="0"/>
                        </a:rPr>
                        <a:t>2</a:t>
                      </a:r>
                      <a:endParaRPr kumimoji="1" lang="en-US" altLang="th-TH" sz="2400" b="0" i="0" u="none" strike="noStrike" cap="none" normalizeH="0" baseline="0" dirty="0">
                        <a:ln>
                          <a:noFill/>
                        </a:ln>
                        <a:solidFill>
                          <a:schemeClr val="tx1"/>
                        </a:solidFill>
                        <a:effectLst/>
                        <a:latin typeface="Times New Roman" panose="02020603050405020304" pitchFamily="18"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0" u="none" strike="noStrike" cap="none" normalizeH="0" baseline="0">
                          <a:ln>
                            <a:noFill/>
                          </a:ln>
                          <a:solidFill>
                            <a:schemeClr val="tx1"/>
                          </a:solidFill>
                          <a:effectLst/>
                          <a:latin typeface="Times New Roman" panose="02020603050405020304" pitchFamily="18" charset="0"/>
                        </a:rPr>
                        <a:t>quadratic</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1" u="none" strike="noStrike" cap="none" normalizeH="0" baseline="0">
                          <a:ln>
                            <a:noFill/>
                          </a:ln>
                          <a:solidFill>
                            <a:schemeClr val="tx1"/>
                          </a:solidFill>
                          <a:effectLst/>
                          <a:latin typeface="Times New Roman" panose="02020603050405020304" pitchFamily="18" charset="0"/>
                        </a:rPr>
                        <a:t>n</a:t>
                      </a:r>
                      <a:r>
                        <a:rPr kumimoji="1" lang="en-US" altLang="th-TH" sz="2400" b="0" i="0" u="none" strike="noStrike" cap="none" normalizeH="0" baseline="30000">
                          <a:ln>
                            <a:noFill/>
                          </a:ln>
                          <a:solidFill>
                            <a:schemeClr val="tx1"/>
                          </a:solidFill>
                          <a:effectLst/>
                          <a:latin typeface="Times New Roman" panose="02020603050405020304" pitchFamily="18" charset="0"/>
                        </a:rPr>
                        <a:t>3</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0" u="none" strike="noStrike" cap="none" normalizeH="0" baseline="0">
                          <a:ln>
                            <a:noFill/>
                          </a:ln>
                          <a:solidFill>
                            <a:schemeClr val="tx1"/>
                          </a:solidFill>
                          <a:effectLst/>
                          <a:latin typeface="Times New Roman" panose="02020603050405020304" pitchFamily="18" charset="0"/>
                        </a:rPr>
                        <a:t>cubic</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0" u="none" strike="noStrike" cap="none" normalizeH="0" baseline="0">
                          <a:ln>
                            <a:noFill/>
                          </a:ln>
                          <a:solidFill>
                            <a:schemeClr val="tx1"/>
                          </a:solidFill>
                          <a:effectLst/>
                          <a:latin typeface="Times New Roman" panose="02020603050405020304" pitchFamily="18" charset="0"/>
                        </a:rPr>
                        <a:t>2</a:t>
                      </a:r>
                      <a:r>
                        <a:rPr kumimoji="1" lang="en-US" altLang="th-TH" sz="2400" b="0" i="1" u="none" strike="noStrike" cap="none" normalizeH="0" baseline="30000">
                          <a:ln>
                            <a:noFill/>
                          </a:ln>
                          <a:solidFill>
                            <a:schemeClr val="tx1"/>
                          </a:solidFill>
                          <a:effectLst/>
                          <a:latin typeface="Times New Roman" panose="02020603050405020304" pitchFamily="18" charset="0"/>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0" u="none" strike="noStrike" cap="none" normalizeH="0" baseline="0">
                          <a:ln>
                            <a:noFill/>
                          </a:ln>
                          <a:solidFill>
                            <a:schemeClr val="tx1"/>
                          </a:solidFill>
                          <a:effectLst/>
                          <a:latin typeface="Times New Roman" panose="02020603050405020304" pitchFamily="18" charset="0"/>
                        </a:rPr>
                        <a:t>exponential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619125">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1" u="none" strike="noStrike" cap="none" normalizeH="0" baseline="0">
                          <a:ln>
                            <a:noFill/>
                          </a:ln>
                          <a:solidFill>
                            <a:schemeClr val="tx1"/>
                          </a:solidFill>
                          <a:effectLst/>
                          <a:latin typeface="Times New Roman" panose="02020603050405020304" pitchFamily="18" charset="0"/>
                        </a:rPr>
                        <a:t>n</a:t>
                      </a:r>
                      <a:r>
                        <a:rPr kumimoji="1" lang="en-US" altLang="th-TH" sz="2400" b="0" i="0" u="none" strike="noStrike" cap="none" normalizeH="0" baseline="0">
                          <a:ln>
                            <a:noFill/>
                          </a:ln>
                          <a:solidFill>
                            <a:schemeClr val="tx1"/>
                          </a:solidFill>
                          <a:effectLst/>
                          <a:latin typeface="Times New Roman" panose="02020603050405020304" pitchFamily="18" charset="0"/>
                        </a:rPr>
                        <a:t>!</a:t>
                      </a:r>
                      <a:endParaRPr kumimoji="1" lang="en-US" altLang="th-TH" sz="2400" b="0" i="0" u="none" strike="noStrike" cap="none" normalizeH="0" baseline="30000">
                        <a:ln>
                          <a:noFill/>
                        </a:ln>
                        <a:solidFill>
                          <a:schemeClr val="tx1"/>
                        </a:solidFill>
                        <a:effectLst/>
                        <a:latin typeface="Times New Roman" panose="02020603050405020304" pitchFamily="18" charset="0"/>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algn="l">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algn="l">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th-TH" sz="2400" b="0" i="0" u="none" strike="noStrike" cap="none" normalizeH="0" baseline="0" dirty="0">
                          <a:ln>
                            <a:noFill/>
                          </a:ln>
                          <a:solidFill>
                            <a:schemeClr val="tx1"/>
                          </a:solidFill>
                          <a:effectLst/>
                          <a:latin typeface="Times New Roman" panose="02020603050405020304" pitchFamily="18" charset="0"/>
                        </a:rPr>
                        <a:t>factorial</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65256" name="Line 40"/>
          <p:cNvSpPr>
            <a:spLocks noChangeShapeType="1"/>
          </p:cNvSpPr>
          <p:nvPr/>
        </p:nvSpPr>
        <p:spPr bwMode="auto">
          <a:xfrm>
            <a:off x="1295400" y="4953000"/>
            <a:ext cx="7010400" cy="0"/>
          </a:xfrm>
          <a:prstGeom prst="line">
            <a:avLst/>
          </a:prstGeom>
          <a:noFill/>
          <a:ln w="28575">
            <a:solidFill>
              <a:srgbClr val="FF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57200" y="152400"/>
            <a:ext cx="8686800" cy="685800"/>
          </a:xfrm>
        </p:spPr>
        <p:txBody>
          <a:bodyPr/>
          <a:lstStyle/>
          <a:p>
            <a:r>
              <a:rPr lang="en-US" altLang="th-TH"/>
              <a:t>Time efficiency of nonrecursive algorithms</a:t>
            </a:r>
          </a:p>
        </p:txBody>
      </p:sp>
      <p:sp>
        <p:nvSpPr>
          <p:cNvPr id="215043" name="Rectangle 3"/>
          <p:cNvSpPr>
            <a:spLocks noGrp="1" noChangeArrowheads="1"/>
          </p:cNvSpPr>
          <p:nvPr>
            <p:ph idx="1"/>
          </p:nvPr>
        </p:nvSpPr>
        <p:spPr>
          <a:xfrm>
            <a:off x="609600" y="1266825"/>
            <a:ext cx="8305800" cy="5286375"/>
          </a:xfrm>
        </p:spPr>
        <p:txBody>
          <a:bodyPr/>
          <a:lstStyle/>
          <a:p>
            <a:pPr algn="ctr">
              <a:lnSpc>
                <a:spcPct val="80000"/>
              </a:lnSpc>
              <a:buFont typeface="Monotype Sorts" pitchFamily="2" charset="2"/>
              <a:buNone/>
            </a:pPr>
            <a:r>
              <a:rPr lang="en-US" altLang="th-TH" sz="2800"/>
              <a:t>General Plan for Analysis</a:t>
            </a:r>
          </a:p>
          <a:p>
            <a:pPr>
              <a:lnSpc>
                <a:spcPct val="80000"/>
              </a:lnSpc>
              <a:buFont typeface="Monotype Sorts" pitchFamily="2" charset="2"/>
              <a:buNone/>
            </a:pPr>
            <a:r>
              <a:rPr lang="en-US" altLang="th-TH" sz="1800"/>
              <a:t> </a:t>
            </a:r>
            <a:endParaRPr lang="en-US" altLang="th-TH" sz="1800" i="1" u="sng"/>
          </a:p>
          <a:p>
            <a:pPr>
              <a:lnSpc>
                <a:spcPct val="80000"/>
              </a:lnSpc>
            </a:pPr>
            <a:r>
              <a:rPr lang="en-US" altLang="th-TH"/>
              <a:t>Decide on parameter </a:t>
            </a:r>
            <a:r>
              <a:rPr lang="en-US" altLang="th-TH" i="1"/>
              <a:t>n</a:t>
            </a:r>
            <a:r>
              <a:rPr lang="en-US" altLang="th-TH"/>
              <a:t> indicating </a:t>
            </a:r>
            <a:r>
              <a:rPr lang="en-US" altLang="th-TH" i="1" u="sng"/>
              <a:t>input size</a:t>
            </a:r>
          </a:p>
          <a:p>
            <a:pPr>
              <a:lnSpc>
                <a:spcPct val="80000"/>
              </a:lnSpc>
            </a:pPr>
            <a:endParaRPr lang="en-US" altLang="th-TH" i="1" u="sng"/>
          </a:p>
          <a:p>
            <a:pPr>
              <a:lnSpc>
                <a:spcPct val="80000"/>
              </a:lnSpc>
            </a:pPr>
            <a:r>
              <a:rPr lang="en-US" altLang="th-TH"/>
              <a:t>Identify algorithm’s </a:t>
            </a:r>
            <a:r>
              <a:rPr lang="en-US" altLang="th-TH" i="1" u="sng"/>
              <a:t>basic operation</a:t>
            </a:r>
          </a:p>
          <a:p>
            <a:pPr>
              <a:lnSpc>
                <a:spcPct val="80000"/>
              </a:lnSpc>
            </a:pPr>
            <a:endParaRPr lang="en-US" altLang="th-TH" i="1" u="sng"/>
          </a:p>
          <a:p>
            <a:pPr>
              <a:lnSpc>
                <a:spcPct val="80000"/>
              </a:lnSpc>
            </a:pPr>
            <a:r>
              <a:rPr lang="en-US" altLang="th-TH"/>
              <a:t>Determine </a:t>
            </a:r>
            <a:r>
              <a:rPr lang="en-US" altLang="th-TH" i="1" u="sng"/>
              <a:t>worst</a:t>
            </a:r>
            <a:r>
              <a:rPr lang="en-US" altLang="th-TH"/>
              <a:t>, </a:t>
            </a:r>
            <a:r>
              <a:rPr lang="en-US" altLang="th-TH" i="1" u="sng"/>
              <a:t>average</a:t>
            </a:r>
            <a:r>
              <a:rPr lang="en-US" altLang="th-TH"/>
              <a:t>, and </a:t>
            </a:r>
            <a:r>
              <a:rPr lang="en-US" altLang="th-TH" i="1" u="sng"/>
              <a:t>best</a:t>
            </a:r>
            <a:r>
              <a:rPr lang="en-US" altLang="th-TH"/>
              <a:t> cases for input of size </a:t>
            </a:r>
            <a:r>
              <a:rPr lang="en-US" altLang="th-TH" i="1"/>
              <a:t>n</a:t>
            </a:r>
          </a:p>
          <a:p>
            <a:pPr>
              <a:lnSpc>
                <a:spcPct val="80000"/>
              </a:lnSpc>
            </a:pPr>
            <a:endParaRPr lang="en-US" altLang="th-TH" i="1"/>
          </a:p>
          <a:p>
            <a:pPr>
              <a:lnSpc>
                <a:spcPct val="80000"/>
              </a:lnSpc>
            </a:pPr>
            <a:r>
              <a:rPr lang="en-US" altLang="th-TH"/>
              <a:t>Set up a sum for the number of times the basic operation is executed</a:t>
            </a:r>
          </a:p>
          <a:p>
            <a:pPr>
              <a:lnSpc>
                <a:spcPct val="80000"/>
              </a:lnSpc>
            </a:pPr>
            <a:endParaRPr lang="en-US" altLang="th-TH" i="1"/>
          </a:p>
          <a:p>
            <a:pPr>
              <a:lnSpc>
                <a:spcPct val="80000"/>
              </a:lnSpc>
            </a:pPr>
            <a:r>
              <a:rPr lang="en-US" altLang="th-TH"/>
              <a:t>Simplify the sum using standard formulas and rules (see Appendix A)</a:t>
            </a:r>
          </a:p>
          <a:p>
            <a:pPr>
              <a:lnSpc>
                <a:spcPct val="80000"/>
              </a:lnSpc>
              <a:buFont typeface="Monotype Sorts" pitchFamily="2" charset="2"/>
              <a:buNone/>
            </a:pPr>
            <a:r>
              <a:rPr lang="en-US" altLang="th-TH" sz="2000" i="1"/>
              <a:t>                       </a:t>
            </a:r>
            <a:endParaRPr lang="en-US" altLang="th-TH"/>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CD72EB5B-6786-4ADC-BCEB-50D8F73BB84E}" type="slidenum">
              <a:rPr lang="en-US" altLang="th-TH"/>
              <a:pPr/>
              <a:t>30</a:t>
            </a:fld>
            <a:endParaRPr lang="en-US" altLang="th-TH"/>
          </a:p>
        </p:txBody>
      </p:sp>
    </p:spTree>
    <p:extLst>
      <p:ext uri="{BB962C8B-B14F-4D97-AF65-F5344CB8AC3E}">
        <p14:creationId xmlns:p14="http://schemas.microsoft.com/office/powerpoint/2010/main" val="3424427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r>
              <a:rPr lang="en-US" altLang="th-TH"/>
              <a:t>Summation</a:t>
            </a:r>
          </a:p>
        </p:txBody>
      </p:sp>
      <p:sp>
        <p:nvSpPr>
          <p:cNvPr id="3" name="Content Placeholder 2"/>
          <p:cNvSpPr>
            <a:spLocks noGrp="1"/>
          </p:cNvSpPr>
          <p:nvPr>
            <p:ph idx="1"/>
          </p:nvPr>
        </p:nvSpPr>
        <p:spPr>
          <a:xfrm>
            <a:off x="381000" y="1371600"/>
            <a:ext cx="8229600" cy="5029200"/>
          </a:xfrm>
        </p:spPr>
        <p:txBody>
          <a:bodyPr rtlCol="0">
            <a:normAutofit fontScale="85000" lnSpcReduction="20000"/>
          </a:bodyPr>
          <a:lstStyle/>
          <a:p>
            <a:pPr eaLnBrk="1" fontAlgn="auto" hangingPunct="1">
              <a:spcAft>
                <a:spcPts val="0"/>
              </a:spcAft>
              <a:buFont typeface="Arial" panose="020B0604020202020204" pitchFamily="34" charset="0"/>
              <a:buNone/>
              <a:defRPr/>
            </a:pPr>
            <a:r>
              <a:rPr lang="en-US" dirty="0"/>
              <a:t> </a:t>
            </a:r>
            <a:r>
              <a:rPr lang="en-US" baseline="-25000" dirty="0"/>
              <a:t>n</a:t>
            </a:r>
            <a:endParaRPr lang="en-US" dirty="0"/>
          </a:p>
          <a:p>
            <a:pPr eaLnBrk="1" fontAlgn="auto" hangingPunct="1">
              <a:spcAft>
                <a:spcPts val="0"/>
              </a:spcAft>
              <a:buFont typeface="Arial" panose="020B0604020202020204" pitchFamily="34" charset="0"/>
              <a:buNone/>
              <a:defRPr/>
            </a:pPr>
            <a:r>
              <a:rPr lang="en-US" dirty="0"/>
              <a:t>∑ 1 		= </a:t>
            </a:r>
            <a:r>
              <a:rPr lang="en-US" sz="3400" dirty="0"/>
              <a:t>n</a:t>
            </a:r>
          </a:p>
          <a:p>
            <a:pPr eaLnBrk="1" fontAlgn="auto" hangingPunct="1">
              <a:spcAft>
                <a:spcPts val="0"/>
              </a:spcAft>
              <a:buFont typeface="Arial" panose="020B0604020202020204" pitchFamily="34" charset="0"/>
              <a:buNone/>
              <a:defRPr/>
            </a:pPr>
            <a:r>
              <a:rPr lang="en-US" baseline="30000" dirty="0" err="1"/>
              <a:t>i</a:t>
            </a:r>
            <a:r>
              <a:rPr lang="en-US" baseline="30000" dirty="0"/>
              <a:t>=1</a:t>
            </a:r>
          </a:p>
          <a:p>
            <a:pPr eaLnBrk="1" fontAlgn="auto" hangingPunct="1">
              <a:spcAft>
                <a:spcPts val="0"/>
              </a:spcAft>
              <a:buFont typeface="Arial" panose="020B0604020202020204" pitchFamily="34" charset="0"/>
              <a:buNone/>
              <a:defRPr/>
            </a:pPr>
            <a:r>
              <a:rPr lang="en-US" baseline="-25000" dirty="0"/>
              <a:t>u			         </a:t>
            </a:r>
            <a:r>
              <a:rPr lang="en-US" baseline="-25000" dirty="0" err="1"/>
              <a:t>u</a:t>
            </a:r>
            <a:r>
              <a:rPr lang="en-US" baseline="-25000" dirty="0"/>
              <a:t>	</a:t>
            </a:r>
            <a:endParaRPr lang="en-US" dirty="0"/>
          </a:p>
          <a:p>
            <a:pPr eaLnBrk="1" fontAlgn="auto" hangingPunct="1">
              <a:spcAft>
                <a:spcPts val="0"/>
              </a:spcAft>
              <a:buFont typeface="Arial" panose="020B0604020202020204" pitchFamily="34" charset="0"/>
              <a:buNone/>
              <a:defRPr/>
            </a:pPr>
            <a:r>
              <a:rPr lang="en-US" dirty="0"/>
              <a:t>∑ </a:t>
            </a:r>
            <a:r>
              <a:rPr lang="en-US" dirty="0" err="1"/>
              <a:t>ca</a:t>
            </a:r>
            <a:r>
              <a:rPr lang="en-US" baseline="-25000" dirty="0" err="1"/>
              <a:t>i</a:t>
            </a:r>
            <a:r>
              <a:rPr lang="en-US" dirty="0"/>
              <a:t> 		= </a:t>
            </a:r>
            <a:r>
              <a:rPr lang="en-US" sz="4000" dirty="0"/>
              <a:t>c∑ </a:t>
            </a:r>
            <a:r>
              <a:rPr lang="en-US" sz="4000" dirty="0" err="1"/>
              <a:t>a</a:t>
            </a:r>
            <a:r>
              <a:rPr lang="en-US" sz="4000" baseline="-25000" dirty="0" err="1"/>
              <a:t>i</a:t>
            </a:r>
            <a:r>
              <a:rPr lang="en-US" sz="4000" dirty="0"/>
              <a:t> </a:t>
            </a:r>
            <a:endParaRPr lang="en-US" sz="3800" dirty="0"/>
          </a:p>
          <a:p>
            <a:pPr eaLnBrk="1" fontAlgn="auto" hangingPunct="1">
              <a:spcAft>
                <a:spcPts val="0"/>
              </a:spcAft>
              <a:buFont typeface="Arial" panose="020B0604020202020204" pitchFamily="34" charset="0"/>
              <a:buNone/>
              <a:defRPr/>
            </a:pPr>
            <a:r>
              <a:rPr lang="en-US" baseline="30000" dirty="0" err="1"/>
              <a:t>i</a:t>
            </a:r>
            <a:r>
              <a:rPr lang="en-US" baseline="30000" dirty="0"/>
              <a:t>=1			        </a:t>
            </a:r>
            <a:r>
              <a:rPr lang="en-US" baseline="30000" dirty="0" err="1"/>
              <a:t>i</a:t>
            </a:r>
            <a:r>
              <a:rPr lang="en-US" baseline="30000" dirty="0"/>
              <a:t>=1</a:t>
            </a:r>
          </a:p>
          <a:p>
            <a:pPr eaLnBrk="1" fontAlgn="auto" hangingPunct="1">
              <a:spcAft>
                <a:spcPts val="0"/>
              </a:spcAft>
              <a:buFont typeface="Arial" panose="020B0604020202020204" pitchFamily="34" charset="0"/>
              <a:buNone/>
              <a:defRPr/>
            </a:pPr>
            <a:r>
              <a:rPr lang="en-US" baseline="-25000" dirty="0"/>
              <a:t>u			         m	        u		</a:t>
            </a:r>
            <a:endParaRPr lang="en-US" dirty="0"/>
          </a:p>
          <a:p>
            <a:pPr eaLnBrk="1" fontAlgn="auto" hangingPunct="1">
              <a:spcAft>
                <a:spcPts val="0"/>
              </a:spcAft>
              <a:buFont typeface="Arial" panose="020B0604020202020204" pitchFamily="34" charset="0"/>
              <a:buNone/>
              <a:defRPr/>
            </a:pPr>
            <a:r>
              <a:rPr lang="en-US" dirty="0"/>
              <a:t>∑ </a:t>
            </a:r>
            <a:r>
              <a:rPr lang="en-US" dirty="0" err="1"/>
              <a:t>a</a:t>
            </a:r>
            <a:r>
              <a:rPr lang="en-US" baseline="-25000" dirty="0" err="1"/>
              <a:t>i</a:t>
            </a:r>
            <a:r>
              <a:rPr lang="en-US" dirty="0"/>
              <a:t> 		=   </a:t>
            </a:r>
            <a:r>
              <a:rPr lang="en-US" sz="4000" dirty="0"/>
              <a:t>∑ </a:t>
            </a:r>
            <a:r>
              <a:rPr lang="en-US" sz="4000" dirty="0" err="1"/>
              <a:t>a</a:t>
            </a:r>
            <a:r>
              <a:rPr lang="en-US" sz="4000" baseline="-25000" dirty="0" err="1"/>
              <a:t>i</a:t>
            </a:r>
            <a:r>
              <a:rPr lang="en-US" sz="4000" dirty="0"/>
              <a:t>  + </a:t>
            </a:r>
            <a:r>
              <a:rPr lang="en-US" sz="3600" dirty="0"/>
              <a:t>∑ </a:t>
            </a:r>
            <a:r>
              <a:rPr lang="en-US" sz="3600" dirty="0" err="1"/>
              <a:t>a</a:t>
            </a:r>
            <a:r>
              <a:rPr lang="en-US" sz="3600" baseline="-25000" dirty="0" err="1"/>
              <a:t>i</a:t>
            </a:r>
            <a:r>
              <a:rPr lang="en-US" sz="3600" dirty="0"/>
              <a:t> </a:t>
            </a:r>
            <a:endParaRPr lang="en-US" sz="3800" dirty="0"/>
          </a:p>
          <a:p>
            <a:pPr eaLnBrk="1" fontAlgn="auto" hangingPunct="1">
              <a:spcAft>
                <a:spcPts val="0"/>
              </a:spcAft>
              <a:buFont typeface="Arial" panose="020B0604020202020204" pitchFamily="34" charset="0"/>
              <a:buNone/>
              <a:defRPr/>
            </a:pPr>
            <a:r>
              <a:rPr lang="en-US" baseline="30000" dirty="0" err="1"/>
              <a:t>i</a:t>
            </a:r>
            <a:r>
              <a:rPr lang="en-US" baseline="30000" dirty="0"/>
              <a:t>=k			        </a:t>
            </a:r>
            <a:r>
              <a:rPr lang="en-US" baseline="30000" dirty="0" err="1"/>
              <a:t>i</a:t>
            </a:r>
            <a:r>
              <a:rPr lang="en-US" baseline="30000" dirty="0"/>
              <a:t>=k	     </a:t>
            </a:r>
            <a:r>
              <a:rPr lang="en-US" baseline="30000" dirty="0" err="1"/>
              <a:t>i</a:t>
            </a:r>
            <a:r>
              <a:rPr lang="en-US" baseline="30000" dirty="0"/>
              <a:t>=m+1</a:t>
            </a:r>
          </a:p>
          <a:p>
            <a:pPr eaLnBrk="1" fontAlgn="auto" hangingPunct="1">
              <a:spcAft>
                <a:spcPts val="0"/>
              </a:spcAft>
              <a:buFont typeface="Arial" panose="020B0604020202020204" pitchFamily="34" charset="0"/>
              <a:buNone/>
              <a:defRPr/>
            </a:pPr>
            <a:r>
              <a:rPr lang="en-US" dirty="0"/>
              <a:t> </a:t>
            </a:r>
            <a:r>
              <a:rPr lang="en-US" baseline="-25000" dirty="0"/>
              <a:t>u</a:t>
            </a:r>
            <a:endParaRPr lang="en-US" dirty="0"/>
          </a:p>
          <a:p>
            <a:pPr eaLnBrk="1" fontAlgn="auto" hangingPunct="1">
              <a:spcAft>
                <a:spcPts val="0"/>
              </a:spcAft>
              <a:buFont typeface="Arial" panose="020B0604020202020204" pitchFamily="34" charset="0"/>
              <a:buNone/>
              <a:defRPr/>
            </a:pPr>
            <a:r>
              <a:rPr lang="en-US" dirty="0"/>
              <a:t>∑  (</a:t>
            </a:r>
            <a:r>
              <a:rPr lang="en-US" dirty="0" err="1"/>
              <a:t>a</a:t>
            </a:r>
            <a:r>
              <a:rPr lang="en-US" baseline="-25000" dirty="0" err="1"/>
              <a:t>i</a:t>
            </a:r>
            <a:r>
              <a:rPr lang="en-US" dirty="0"/>
              <a:t> – a</a:t>
            </a:r>
            <a:r>
              <a:rPr lang="en-US" baseline="-25000" dirty="0"/>
              <a:t>i-1</a:t>
            </a:r>
            <a:r>
              <a:rPr lang="en-US" dirty="0"/>
              <a:t>)	= </a:t>
            </a:r>
            <a:r>
              <a:rPr lang="en-US" sz="3400" dirty="0"/>
              <a:t>a</a:t>
            </a:r>
            <a:r>
              <a:rPr lang="en-US" sz="3400" baseline="-25000" dirty="0"/>
              <a:t>u</a:t>
            </a:r>
            <a:r>
              <a:rPr lang="en-US" sz="3400" baseline="30000" dirty="0"/>
              <a:t> </a:t>
            </a:r>
            <a:r>
              <a:rPr lang="en-US" sz="3400" dirty="0"/>
              <a:t>– a</a:t>
            </a:r>
            <a:r>
              <a:rPr lang="en-US" sz="3400" baseline="-25000" dirty="0"/>
              <a:t>k-1</a:t>
            </a:r>
            <a:endParaRPr lang="en-US" sz="3400" dirty="0"/>
          </a:p>
          <a:p>
            <a:pPr eaLnBrk="1" fontAlgn="auto" hangingPunct="1">
              <a:spcAft>
                <a:spcPts val="0"/>
              </a:spcAft>
              <a:buFont typeface="Arial" panose="020B0604020202020204" pitchFamily="34" charset="0"/>
              <a:buNone/>
              <a:defRPr/>
            </a:pPr>
            <a:r>
              <a:rPr lang="en-US" baseline="30000" dirty="0" err="1"/>
              <a:t>i</a:t>
            </a:r>
            <a:r>
              <a:rPr lang="en-US" baseline="30000" dirty="0"/>
              <a:t>=k</a:t>
            </a:r>
          </a:p>
          <a:p>
            <a:pPr eaLnBrk="1" fontAlgn="auto" hangingPunct="1">
              <a:spcAft>
                <a:spcPts val="0"/>
              </a:spcAft>
              <a:buFont typeface="Arial" panose="020B0604020202020204" pitchFamily="34" charset="0"/>
              <a:buNone/>
              <a:defRPr/>
            </a:pPr>
            <a:r>
              <a:rPr lang="en-US" baseline="-25000" dirty="0"/>
              <a:t>n</a:t>
            </a:r>
            <a:endParaRPr lang="en-US" dirty="0"/>
          </a:p>
          <a:p>
            <a:pPr eaLnBrk="1" fontAlgn="auto" hangingPunct="1">
              <a:spcAft>
                <a:spcPts val="0"/>
              </a:spcAft>
              <a:buFont typeface="Arial" panose="020B0604020202020204" pitchFamily="34" charset="0"/>
              <a:buNone/>
              <a:defRPr/>
            </a:pPr>
            <a:r>
              <a:rPr lang="en-US" dirty="0"/>
              <a:t>∑ i2</a:t>
            </a:r>
            <a:r>
              <a:rPr lang="en-US" baseline="30000" dirty="0"/>
              <a:t>i		</a:t>
            </a:r>
            <a:r>
              <a:rPr lang="en-US" dirty="0"/>
              <a:t>= </a:t>
            </a:r>
            <a:r>
              <a:rPr lang="en-US" sz="3400" dirty="0"/>
              <a:t>(n-1)2</a:t>
            </a:r>
            <a:r>
              <a:rPr lang="en-US" sz="3400" baseline="30000" dirty="0"/>
              <a:t>n+1</a:t>
            </a:r>
            <a:r>
              <a:rPr lang="en-US" sz="3400" dirty="0"/>
              <a:t> +2</a:t>
            </a:r>
          </a:p>
          <a:p>
            <a:pPr eaLnBrk="1" fontAlgn="auto" hangingPunct="1">
              <a:spcAft>
                <a:spcPts val="0"/>
              </a:spcAft>
              <a:buFont typeface="Arial" panose="020B0604020202020204" pitchFamily="34" charset="0"/>
              <a:buNone/>
              <a:defRPr/>
            </a:pPr>
            <a:r>
              <a:rPr lang="en-US" baseline="30000" dirty="0" err="1"/>
              <a:t>i</a:t>
            </a:r>
            <a:r>
              <a:rPr lang="en-US" baseline="30000" dirty="0"/>
              <a:t>=1</a:t>
            </a:r>
          </a:p>
          <a:p>
            <a:pPr eaLnBrk="1" fontAlgn="auto" hangingPunct="1">
              <a:spcAft>
                <a:spcPts val="0"/>
              </a:spcAft>
              <a:buFont typeface="Arial" panose="020B0604020202020204" pitchFamily="34" charset="0"/>
              <a:buNone/>
              <a:defRPr/>
            </a:pPr>
            <a:endParaRPr lang="en-US" dirty="0"/>
          </a:p>
          <a:p>
            <a:pPr eaLnBrk="1" fontAlgn="auto" hangingPunct="1">
              <a:spcAft>
                <a:spcPts val="0"/>
              </a:spcAft>
              <a:buFont typeface="Arial" panose="020B0604020202020204" pitchFamily="34" charset="0"/>
              <a:buNone/>
              <a:defRPr/>
            </a:pPr>
            <a:endParaRPr lang="en-US" dirty="0"/>
          </a:p>
          <a:p>
            <a:pPr eaLnBrk="1" fontAlgn="auto" hangingPunct="1">
              <a:spcAft>
                <a:spcPts val="0"/>
              </a:spcAft>
              <a:buFont typeface="Arial" panose="020B0604020202020204" pitchFamily="34" charset="0"/>
              <a:buNone/>
              <a:defRPr/>
            </a:pPr>
            <a:endParaRPr lang="en-US" dirty="0"/>
          </a:p>
          <a:p>
            <a:pPr eaLnBrk="1" fontAlgn="auto" hangingPunct="1">
              <a:spcAft>
                <a:spcPts val="0"/>
              </a:spcAft>
              <a:buFont typeface="Arial" panose="020B0604020202020204" pitchFamily="34" charset="0"/>
              <a:buNone/>
              <a:defRPr/>
            </a:pPr>
            <a:endParaRPr lang="en-US" dirty="0"/>
          </a:p>
          <a:p>
            <a:pPr eaLnBrk="1" fontAlgn="auto" hangingPunct="1">
              <a:spcAft>
                <a:spcPts val="0"/>
              </a:spcAft>
              <a:buFont typeface="Arial" panose="020B0604020202020204" pitchFamily="34" charset="0"/>
              <a:buNone/>
              <a:defRPr/>
            </a:pPr>
            <a:endParaRPr lang="en-US" dirty="0"/>
          </a:p>
        </p:txBody>
      </p:sp>
    </p:spTree>
    <p:extLst>
      <p:ext uri="{BB962C8B-B14F-4D97-AF65-F5344CB8AC3E}">
        <p14:creationId xmlns:p14="http://schemas.microsoft.com/office/powerpoint/2010/main" val="982500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2"/>
          <p:cNvSpPr>
            <a:spLocks noGrp="1" noChangeArrowheads="1"/>
          </p:cNvSpPr>
          <p:nvPr>
            <p:ph type="title"/>
          </p:nvPr>
        </p:nvSpPr>
        <p:spPr>
          <a:xfrm>
            <a:off x="533400" y="152400"/>
            <a:ext cx="8610600" cy="609600"/>
          </a:xfrm>
        </p:spPr>
        <p:txBody>
          <a:bodyPr/>
          <a:lstStyle/>
          <a:p>
            <a:r>
              <a:rPr lang="en-US" altLang="th-TH"/>
              <a:t>Useful summation formulas and rules</a:t>
            </a:r>
          </a:p>
        </p:txBody>
      </p:sp>
      <p:sp>
        <p:nvSpPr>
          <p:cNvPr id="303107" name="Rectangle 3"/>
          <p:cNvSpPr>
            <a:spLocks noGrp="1" noChangeArrowheads="1"/>
          </p:cNvSpPr>
          <p:nvPr>
            <p:ph idx="1"/>
          </p:nvPr>
        </p:nvSpPr>
        <p:spPr>
          <a:xfrm>
            <a:off x="533400" y="1143000"/>
            <a:ext cx="8610600" cy="5715000"/>
          </a:xfrm>
        </p:spPr>
        <p:txBody>
          <a:bodyPr/>
          <a:lstStyle/>
          <a:p>
            <a:pPr>
              <a:buFont typeface="Monotype Sorts" pitchFamily="2" charset="2"/>
              <a:buNone/>
            </a:pPr>
            <a:r>
              <a:rPr lang="en-US" altLang="th-TH">
                <a:sym typeface="Symbol" panose="05050102010706020507" pitchFamily="18" charset="2"/>
              </a:rPr>
              <a:t></a:t>
            </a:r>
            <a:r>
              <a:rPr lang="en-US" altLang="th-TH" i="1" baseline="-25000">
                <a:sym typeface="Symbol" panose="05050102010706020507" pitchFamily="18" charset="2"/>
              </a:rPr>
              <a:t>l</a:t>
            </a:r>
            <a:r>
              <a:rPr lang="en-US" altLang="th-TH" baseline="-25000">
                <a:sym typeface="Symbol" panose="05050102010706020507" pitchFamily="18" charset="2"/>
              </a:rPr>
              <a:t></a:t>
            </a:r>
            <a:r>
              <a:rPr lang="en-US" altLang="th-TH" i="1" baseline="-25000">
                <a:sym typeface="Symbol" panose="05050102010706020507" pitchFamily="18" charset="2"/>
              </a:rPr>
              <a:t>i</a:t>
            </a:r>
            <a:r>
              <a:rPr lang="en-US" altLang="th-TH" baseline="-25000">
                <a:sym typeface="Symbol" panose="05050102010706020507" pitchFamily="18" charset="2"/>
              </a:rPr>
              <a:t></a:t>
            </a:r>
            <a:r>
              <a:rPr lang="en-US" altLang="th-TH" i="1" baseline="-25000">
                <a:sym typeface="Symbol" panose="05050102010706020507" pitchFamily="18" charset="2"/>
              </a:rPr>
              <a:t>u</a:t>
            </a:r>
            <a:r>
              <a:rPr lang="en-US" altLang="th-TH">
                <a:sym typeface="Symbol" panose="05050102010706020507" pitchFamily="18" charset="2"/>
              </a:rPr>
              <a:t>1 = 1+1+ ⋯ +1 = </a:t>
            </a:r>
            <a:r>
              <a:rPr lang="en-US" altLang="th-TH" i="1">
                <a:sym typeface="Symbol" panose="05050102010706020507" pitchFamily="18" charset="2"/>
              </a:rPr>
              <a:t>u </a:t>
            </a:r>
            <a:r>
              <a:rPr lang="en-US" altLang="th-TH"/>
              <a:t>-</a:t>
            </a:r>
            <a:r>
              <a:rPr lang="en-US" altLang="th-TH">
                <a:sym typeface="Symbol" panose="05050102010706020507" pitchFamily="18" charset="2"/>
              </a:rPr>
              <a:t> </a:t>
            </a:r>
            <a:r>
              <a:rPr lang="en-US" altLang="th-TH" i="1">
                <a:sym typeface="Symbol" panose="05050102010706020507" pitchFamily="18" charset="2"/>
              </a:rPr>
              <a:t>l </a:t>
            </a:r>
            <a:r>
              <a:rPr lang="en-US" altLang="th-TH">
                <a:sym typeface="Symbol" panose="05050102010706020507" pitchFamily="18" charset="2"/>
              </a:rPr>
              <a:t>+ 1</a:t>
            </a:r>
          </a:p>
          <a:p>
            <a:pPr>
              <a:buFont typeface="Monotype Sorts" pitchFamily="2" charset="2"/>
              <a:buNone/>
            </a:pPr>
            <a:r>
              <a:rPr lang="en-US" altLang="th-TH">
                <a:sym typeface="Symbol" panose="05050102010706020507" pitchFamily="18" charset="2"/>
              </a:rPr>
              <a:t>	    In particular, </a:t>
            </a:r>
            <a:r>
              <a:rPr lang="en-US" altLang="th-TH" baseline="-25000">
                <a:sym typeface="Symbol" panose="05050102010706020507" pitchFamily="18" charset="2"/>
              </a:rPr>
              <a:t>l</a:t>
            </a:r>
            <a:r>
              <a:rPr lang="en-US" altLang="th-TH" i="1" baseline="-25000">
                <a:sym typeface="Symbol" panose="05050102010706020507" pitchFamily="18" charset="2"/>
              </a:rPr>
              <a:t>i</a:t>
            </a:r>
            <a:r>
              <a:rPr lang="en-US" altLang="th-TH" baseline="-25000">
                <a:sym typeface="Symbol" panose="05050102010706020507" pitchFamily="18" charset="2"/>
              </a:rPr>
              <a:t></a:t>
            </a:r>
            <a:r>
              <a:rPr lang="en-US" altLang="th-TH" i="1" baseline="-25000">
                <a:sym typeface="Symbol" panose="05050102010706020507" pitchFamily="18" charset="2"/>
              </a:rPr>
              <a:t>u</a:t>
            </a:r>
            <a:r>
              <a:rPr lang="en-US" altLang="th-TH">
                <a:sym typeface="Symbol" panose="05050102010706020507" pitchFamily="18" charset="2"/>
              </a:rPr>
              <a:t>1 = </a:t>
            </a:r>
            <a:r>
              <a:rPr lang="en-US" altLang="th-TH" i="1">
                <a:sym typeface="Symbol" panose="05050102010706020507" pitchFamily="18" charset="2"/>
              </a:rPr>
              <a:t>n </a:t>
            </a:r>
            <a:r>
              <a:rPr lang="en-US" altLang="th-TH"/>
              <a:t>-</a:t>
            </a:r>
            <a:r>
              <a:rPr lang="en-US" altLang="th-TH">
                <a:sym typeface="Symbol" panose="05050102010706020507" pitchFamily="18" charset="2"/>
              </a:rPr>
              <a:t> 1 + 1 = </a:t>
            </a:r>
            <a:r>
              <a:rPr lang="en-US" altLang="th-TH" i="1">
                <a:sym typeface="Symbol" panose="05050102010706020507" pitchFamily="18" charset="2"/>
              </a:rPr>
              <a:t>n </a:t>
            </a:r>
            <a:r>
              <a:rPr lang="en-US" altLang="th-TH">
                <a:sym typeface="Symbol" panose="05050102010706020507" pitchFamily="18" charset="2"/>
              </a:rPr>
              <a:t> (</a:t>
            </a:r>
            <a:r>
              <a:rPr lang="en-US" altLang="th-TH" i="1">
                <a:sym typeface="Symbol" panose="05050102010706020507" pitchFamily="18" charset="2"/>
              </a:rPr>
              <a:t>n</a:t>
            </a:r>
            <a:r>
              <a:rPr lang="en-US" altLang="th-TH">
                <a:sym typeface="Symbol" panose="05050102010706020507" pitchFamily="18" charset="2"/>
              </a:rPr>
              <a:t>) </a:t>
            </a:r>
          </a:p>
          <a:p>
            <a:pPr>
              <a:buFont typeface="Monotype Sorts" pitchFamily="2" charset="2"/>
              <a:buNone/>
            </a:pPr>
            <a:endParaRPr lang="en-US" altLang="th-TH">
              <a:sym typeface="Symbol" panose="05050102010706020507" pitchFamily="18" charset="2"/>
            </a:endParaRPr>
          </a:p>
          <a:p>
            <a:pPr>
              <a:buFont typeface="Monotype Sorts" pitchFamily="2" charset="2"/>
              <a:buNone/>
            </a:pPr>
            <a:r>
              <a:rPr lang="en-US" altLang="th-TH">
                <a:sym typeface="Symbol" panose="05050102010706020507" pitchFamily="18" charset="2"/>
              </a:rPr>
              <a:t></a:t>
            </a:r>
            <a:r>
              <a:rPr lang="en-US" altLang="th-TH" baseline="-25000">
                <a:sym typeface="Symbol" panose="05050102010706020507" pitchFamily="18" charset="2"/>
              </a:rPr>
              <a:t>1</a:t>
            </a:r>
            <a:r>
              <a:rPr lang="en-US" altLang="th-TH" i="1" baseline="-25000">
                <a:sym typeface="Symbol" panose="05050102010706020507" pitchFamily="18" charset="2"/>
              </a:rPr>
              <a:t>i</a:t>
            </a:r>
            <a:r>
              <a:rPr lang="en-US" altLang="th-TH" baseline="-25000">
                <a:sym typeface="Symbol" panose="05050102010706020507" pitchFamily="18" charset="2"/>
              </a:rPr>
              <a:t></a:t>
            </a:r>
            <a:r>
              <a:rPr lang="en-US" altLang="th-TH" i="1" baseline="-25000">
                <a:sym typeface="Symbol" panose="05050102010706020507" pitchFamily="18" charset="2"/>
              </a:rPr>
              <a:t>n</a:t>
            </a:r>
            <a:r>
              <a:rPr lang="en-US" altLang="th-TH" baseline="-25000">
                <a:sym typeface="Symbol" panose="05050102010706020507" pitchFamily="18" charset="2"/>
              </a:rPr>
              <a:t> </a:t>
            </a:r>
            <a:r>
              <a:rPr lang="en-US" altLang="th-TH" i="1">
                <a:sym typeface="Symbol" panose="05050102010706020507" pitchFamily="18" charset="2"/>
              </a:rPr>
              <a:t>i</a:t>
            </a:r>
            <a:r>
              <a:rPr lang="en-US" altLang="th-TH">
                <a:sym typeface="Symbol" panose="05050102010706020507" pitchFamily="18" charset="2"/>
              </a:rPr>
              <a:t> = 1+2+ ⋯ +</a:t>
            </a:r>
            <a:r>
              <a:rPr lang="en-US" altLang="th-TH" i="1">
                <a:sym typeface="Symbol" panose="05050102010706020507" pitchFamily="18" charset="2"/>
              </a:rPr>
              <a:t>n</a:t>
            </a:r>
            <a:r>
              <a:rPr lang="en-US" altLang="th-TH">
                <a:sym typeface="Symbol" panose="05050102010706020507" pitchFamily="18" charset="2"/>
              </a:rPr>
              <a:t> = </a:t>
            </a:r>
            <a:r>
              <a:rPr lang="en-US" altLang="th-TH" i="1">
                <a:sym typeface="Symbol" panose="05050102010706020507" pitchFamily="18" charset="2"/>
              </a:rPr>
              <a:t>n</a:t>
            </a:r>
            <a:r>
              <a:rPr lang="en-US" altLang="th-TH">
                <a:sym typeface="Symbol" panose="05050102010706020507" pitchFamily="18" charset="2"/>
              </a:rPr>
              <a:t>(</a:t>
            </a:r>
            <a:r>
              <a:rPr lang="en-US" altLang="th-TH" i="1">
                <a:sym typeface="Symbol" panose="05050102010706020507" pitchFamily="18" charset="2"/>
              </a:rPr>
              <a:t>n</a:t>
            </a:r>
            <a:r>
              <a:rPr lang="en-US" altLang="th-TH">
                <a:sym typeface="Symbol" panose="05050102010706020507" pitchFamily="18" charset="2"/>
              </a:rPr>
              <a:t>+1)/2   </a:t>
            </a:r>
            <a:r>
              <a:rPr lang="en-US" altLang="th-TH" i="1">
                <a:sym typeface="Symbol" panose="05050102010706020507" pitchFamily="18" charset="2"/>
              </a:rPr>
              <a:t>n</a:t>
            </a:r>
            <a:r>
              <a:rPr lang="en-US" altLang="th-TH" baseline="30000">
                <a:sym typeface="Symbol" panose="05050102010706020507" pitchFamily="18" charset="2"/>
              </a:rPr>
              <a:t>2</a:t>
            </a:r>
            <a:r>
              <a:rPr lang="en-US" altLang="th-TH">
                <a:sym typeface="Symbol" panose="05050102010706020507" pitchFamily="18" charset="2"/>
              </a:rPr>
              <a:t>/2  (</a:t>
            </a:r>
            <a:r>
              <a:rPr lang="en-US" altLang="th-TH" i="1">
                <a:sym typeface="Symbol" panose="05050102010706020507" pitchFamily="18" charset="2"/>
              </a:rPr>
              <a:t>n</a:t>
            </a:r>
            <a:r>
              <a:rPr lang="en-US" altLang="th-TH" baseline="30000">
                <a:sym typeface="Symbol" panose="05050102010706020507" pitchFamily="18" charset="2"/>
              </a:rPr>
              <a:t>2</a:t>
            </a:r>
            <a:r>
              <a:rPr lang="en-US" altLang="th-TH">
                <a:sym typeface="Symbol" panose="05050102010706020507" pitchFamily="18" charset="2"/>
              </a:rPr>
              <a:t>) </a:t>
            </a:r>
          </a:p>
          <a:p>
            <a:pPr>
              <a:buFont typeface="Monotype Sorts" pitchFamily="2" charset="2"/>
              <a:buNone/>
            </a:pPr>
            <a:endParaRPr lang="en-US" altLang="th-TH">
              <a:sym typeface="Symbol" panose="05050102010706020507" pitchFamily="18" charset="2"/>
            </a:endParaRPr>
          </a:p>
          <a:p>
            <a:pPr>
              <a:buFont typeface="Monotype Sorts" pitchFamily="2" charset="2"/>
              <a:buNone/>
            </a:pPr>
            <a:r>
              <a:rPr lang="en-US" altLang="th-TH">
                <a:sym typeface="Symbol" panose="05050102010706020507" pitchFamily="18" charset="2"/>
              </a:rPr>
              <a:t></a:t>
            </a:r>
            <a:r>
              <a:rPr lang="en-US" altLang="th-TH" baseline="-25000">
                <a:sym typeface="Symbol" panose="05050102010706020507" pitchFamily="18" charset="2"/>
              </a:rPr>
              <a:t>1</a:t>
            </a:r>
            <a:r>
              <a:rPr lang="en-US" altLang="th-TH" i="1" baseline="-25000">
                <a:sym typeface="Symbol" panose="05050102010706020507" pitchFamily="18" charset="2"/>
              </a:rPr>
              <a:t>i</a:t>
            </a:r>
            <a:r>
              <a:rPr lang="en-US" altLang="th-TH" baseline="-25000">
                <a:sym typeface="Symbol" panose="05050102010706020507" pitchFamily="18" charset="2"/>
              </a:rPr>
              <a:t></a:t>
            </a:r>
            <a:r>
              <a:rPr lang="en-US" altLang="th-TH" i="1" baseline="-25000">
                <a:sym typeface="Symbol" panose="05050102010706020507" pitchFamily="18" charset="2"/>
              </a:rPr>
              <a:t>n</a:t>
            </a:r>
            <a:r>
              <a:rPr lang="en-US" altLang="th-TH" baseline="-25000">
                <a:sym typeface="Symbol" panose="05050102010706020507" pitchFamily="18" charset="2"/>
              </a:rPr>
              <a:t> </a:t>
            </a:r>
            <a:r>
              <a:rPr lang="en-US" altLang="th-TH" i="1">
                <a:sym typeface="Symbol" panose="05050102010706020507" pitchFamily="18" charset="2"/>
              </a:rPr>
              <a:t>i</a:t>
            </a:r>
            <a:r>
              <a:rPr lang="en-US" altLang="th-TH" baseline="30000">
                <a:sym typeface="Symbol" panose="05050102010706020507" pitchFamily="18" charset="2"/>
              </a:rPr>
              <a:t>2</a:t>
            </a:r>
            <a:r>
              <a:rPr lang="en-US" altLang="th-TH">
                <a:sym typeface="Symbol" panose="05050102010706020507" pitchFamily="18" charset="2"/>
              </a:rPr>
              <a:t> = 1</a:t>
            </a:r>
            <a:r>
              <a:rPr lang="en-US" altLang="th-TH" baseline="30000">
                <a:sym typeface="Symbol" panose="05050102010706020507" pitchFamily="18" charset="2"/>
              </a:rPr>
              <a:t>2</a:t>
            </a:r>
            <a:r>
              <a:rPr lang="en-US" altLang="th-TH">
                <a:sym typeface="Symbol" panose="05050102010706020507" pitchFamily="18" charset="2"/>
              </a:rPr>
              <a:t>+2</a:t>
            </a:r>
            <a:r>
              <a:rPr lang="en-US" altLang="th-TH" baseline="30000">
                <a:sym typeface="Symbol" panose="05050102010706020507" pitchFamily="18" charset="2"/>
              </a:rPr>
              <a:t>2</a:t>
            </a:r>
            <a:r>
              <a:rPr lang="en-US" altLang="th-TH">
                <a:sym typeface="Symbol" panose="05050102010706020507" pitchFamily="18" charset="2"/>
              </a:rPr>
              <a:t>+ ⋯ +</a:t>
            </a:r>
            <a:r>
              <a:rPr lang="en-US" altLang="th-TH" i="1">
                <a:sym typeface="Symbol" panose="05050102010706020507" pitchFamily="18" charset="2"/>
              </a:rPr>
              <a:t>n</a:t>
            </a:r>
            <a:r>
              <a:rPr lang="en-US" altLang="th-TH" baseline="30000">
                <a:sym typeface="Symbol" panose="05050102010706020507" pitchFamily="18" charset="2"/>
              </a:rPr>
              <a:t>2</a:t>
            </a:r>
            <a:r>
              <a:rPr lang="en-US" altLang="th-TH">
                <a:sym typeface="Symbol" panose="05050102010706020507" pitchFamily="18" charset="2"/>
              </a:rPr>
              <a:t> = </a:t>
            </a:r>
            <a:r>
              <a:rPr lang="en-US" altLang="th-TH" i="1">
                <a:sym typeface="Symbol" panose="05050102010706020507" pitchFamily="18" charset="2"/>
              </a:rPr>
              <a:t>n</a:t>
            </a:r>
            <a:r>
              <a:rPr lang="en-US" altLang="th-TH">
                <a:sym typeface="Symbol" panose="05050102010706020507" pitchFamily="18" charset="2"/>
              </a:rPr>
              <a:t>(</a:t>
            </a:r>
            <a:r>
              <a:rPr lang="en-US" altLang="th-TH" i="1">
                <a:sym typeface="Symbol" panose="05050102010706020507" pitchFamily="18" charset="2"/>
              </a:rPr>
              <a:t>n</a:t>
            </a:r>
            <a:r>
              <a:rPr lang="en-US" altLang="th-TH">
                <a:sym typeface="Symbol" panose="05050102010706020507" pitchFamily="18" charset="2"/>
              </a:rPr>
              <a:t>+1)(2</a:t>
            </a:r>
            <a:r>
              <a:rPr lang="en-US" altLang="th-TH" i="1">
                <a:sym typeface="Symbol" panose="05050102010706020507" pitchFamily="18" charset="2"/>
              </a:rPr>
              <a:t>n</a:t>
            </a:r>
            <a:r>
              <a:rPr lang="en-US" altLang="th-TH">
                <a:sym typeface="Symbol" panose="05050102010706020507" pitchFamily="18" charset="2"/>
              </a:rPr>
              <a:t>+1)/6  </a:t>
            </a:r>
            <a:r>
              <a:rPr lang="en-US" altLang="th-TH" i="1">
                <a:sym typeface="Symbol" panose="05050102010706020507" pitchFamily="18" charset="2"/>
              </a:rPr>
              <a:t>n</a:t>
            </a:r>
            <a:r>
              <a:rPr lang="en-US" altLang="th-TH" baseline="30000">
                <a:sym typeface="Symbol" panose="05050102010706020507" pitchFamily="18" charset="2"/>
              </a:rPr>
              <a:t>3</a:t>
            </a:r>
            <a:r>
              <a:rPr lang="en-US" altLang="th-TH">
                <a:sym typeface="Symbol" panose="05050102010706020507" pitchFamily="18" charset="2"/>
              </a:rPr>
              <a:t>/3  (</a:t>
            </a:r>
            <a:r>
              <a:rPr lang="en-US" altLang="th-TH" i="1">
                <a:sym typeface="Symbol" panose="05050102010706020507" pitchFamily="18" charset="2"/>
              </a:rPr>
              <a:t>n</a:t>
            </a:r>
            <a:r>
              <a:rPr lang="en-US" altLang="th-TH" baseline="30000">
                <a:sym typeface="Symbol" panose="05050102010706020507" pitchFamily="18" charset="2"/>
              </a:rPr>
              <a:t>3</a:t>
            </a:r>
            <a:r>
              <a:rPr lang="en-US" altLang="th-TH">
                <a:sym typeface="Symbol" panose="05050102010706020507" pitchFamily="18" charset="2"/>
              </a:rPr>
              <a:t>)</a:t>
            </a:r>
            <a:r>
              <a:rPr lang="en-US" altLang="th-TH" b="0">
                <a:sym typeface="Symbol" panose="05050102010706020507" pitchFamily="18" charset="2"/>
              </a:rPr>
              <a:t> </a:t>
            </a:r>
            <a:endParaRPr lang="en-US" altLang="th-TH">
              <a:sym typeface="Symbol" panose="05050102010706020507" pitchFamily="18" charset="2"/>
            </a:endParaRPr>
          </a:p>
          <a:p>
            <a:pPr>
              <a:buFont typeface="Monotype Sorts" pitchFamily="2" charset="2"/>
              <a:buNone/>
            </a:pPr>
            <a:endParaRPr lang="en-US" altLang="th-TH">
              <a:sym typeface="Symbol" panose="05050102010706020507" pitchFamily="18" charset="2"/>
            </a:endParaRPr>
          </a:p>
          <a:p>
            <a:pPr>
              <a:buFont typeface="Monotype Sorts" pitchFamily="2" charset="2"/>
              <a:buNone/>
            </a:pPr>
            <a:r>
              <a:rPr lang="en-US" altLang="th-TH">
                <a:sym typeface="Symbol" panose="05050102010706020507" pitchFamily="18" charset="2"/>
              </a:rPr>
              <a:t></a:t>
            </a:r>
            <a:r>
              <a:rPr lang="en-US" altLang="th-TH" baseline="-25000">
                <a:sym typeface="Symbol" panose="05050102010706020507" pitchFamily="18" charset="2"/>
              </a:rPr>
              <a:t>0</a:t>
            </a:r>
            <a:r>
              <a:rPr lang="en-US" altLang="th-TH" i="1" baseline="-25000">
                <a:sym typeface="Symbol" panose="05050102010706020507" pitchFamily="18" charset="2"/>
              </a:rPr>
              <a:t>i</a:t>
            </a:r>
            <a:r>
              <a:rPr lang="en-US" altLang="th-TH" baseline="-25000">
                <a:sym typeface="Symbol" panose="05050102010706020507" pitchFamily="18" charset="2"/>
              </a:rPr>
              <a:t></a:t>
            </a:r>
            <a:r>
              <a:rPr lang="en-US" altLang="th-TH" i="1" baseline="-25000">
                <a:sym typeface="Symbol" panose="05050102010706020507" pitchFamily="18" charset="2"/>
              </a:rPr>
              <a:t>n</a:t>
            </a:r>
            <a:r>
              <a:rPr lang="en-US" altLang="th-TH" baseline="-25000">
                <a:sym typeface="Symbol" panose="05050102010706020507" pitchFamily="18" charset="2"/>
              </a:rPr>
              <a:t> </a:t>
            </a:r>
            <a:r>
              <a:rPr lang="en-US" altLang="th-TH" i="1">
                <a:sym typeface="Symbol" panose="05050102010706020507" pitchFamily="18" charset="2"/>
              </a:rPr>
              <a:t>a</a:t>
            </a:r>
            <a:r>
              <a:rPr lang="en-US" altLang="th-TH" i="1" baseline="30000">
                <a:sym typeface="Symbol" panose="05050102010706020507" pitchFamily="18" charset="2"/>
              </a:rPr>
              <a:t>i</a:t>
            </a:r>
            <a:r>
              <a:rPr lang="en-US" altLang="th-TH" baseline="30000">
                <a:sym typeface="Symbol" panose="05050102010706020507" pitchFamily="18" charset="2"/>
              </a:rPr>
              <a:t> </a:t>
            </a:r>
            <a:r>
              <a:rPr lang="en-US" altLang="th-TH">
                <a:sym typeface="Symbol" panose="05050102010706020507" pitchFamily="18" charset="2"/>
              </a:rPr>
              <a:t> = 1</a:t>
            </a:r>
            <a:r>
              <a:rPr lang="en-US" altLang="th-TH" baseline="30000">
                <a:sym typeface="Symbol" panose="05050102010706020507" pitchFamily="18" charset="2"/>
              </a:rPr>
              <a:t> </a:t>
            </a:r>
            <a:r>
              <a:rPr lang="en-US" altLang="th-TH">
                <a:sym typeface="Symbol" panose="05050102010706020507" pitchFamily="18" charset="2"/>
              </a:rPr>
              <a:t>+ </a:t>
            </a:r>
            <a:r>
              <a:rPr lang="en-US" altLang="th-TH" i="1">
                <a:sym typeface="Symbol" panose="05050102010706020507" pitchFamily="18" charset="2"/>
              </a:rPr>
              <a:t>a </a:t>
            </a:r>
            <a:r>
              <a:rPr lang="en-US" altLang="th-TH" baseline="30000">
                <a:sym typeface="Symbol" panose="05050102010706020507" pitchFamily="18" charset="2"/>
              </a:rPr>
              <a:t> </a:t>
            </a:r>
            <a:r>
              <a:rPr lang="en-US" altLang="th-TH">
                <a:sym typeface="Symbol" panose="05050102010706020507" pitchFamily="18" charset="2"/>
              </a:rPr>
              <a:t>+ ⋯ + </a:t>
            </a:r>
            <a:r>
              <a:rPr lang="en-US" altLang="th-TH" i="1">
                <a:sym typeface="Symbol" panose="05050102010706020507" pitchFamily="18" charset="2"/>
              </a:rPr>
              <a:t>a</a:t>
            </a:r>
            <a:r>
              <a:rPr lang="en-US" altLang="th-TH" i="1" baseline="30000">
                <a:sym typeface="Symbol" panose="05050102010706020507" pitchFamily="18" charset="2"/>
              </a:rPr>
              <a:t>n</a:t>
            </a:r>
            <a:r>
              <a:rPr lang="en-US" altLang="th-TH" baseline="30000">
                <a:sym typeface="Symbol" panose="05050102010706020507" pitchFamily="18" charset="2"/>
              </a:rPr>
              <a:t> </a:t>
            </a:r>
            <a:r>
              <a:rPr lang="en-US" altLang="th-TH">
                <a:sym typeface="Symbol" panose="05050102010706020507" pitchFamily="18" charset="2"/>
              </a:rPr>
              <a:t> = (</a:t>
            </a:r>
            <a:r>
              <a:rPr lang="en-US" altLang="th-TH" i="1">
                <a:sym typeface="Symbol" panose="05050102010706020507" pitchFamily="18" charset="2"/>
              </a:rPr>
              <a:t>a</a:t>
            </a:r>
            <a:r>
              <a:rPr lang="en-US" altLang="th-TH" i="1" baseline="30000">
                <a:sym typeface="Symbol" panose="05050102010706020507" pitchFamily="18" charset="2"/>
              </a:rPr>
              <a:t>n</a:t>
            </a:r>
            <a:r>
              <a:rPr lang="en-US" altLang="th-TH" baseline="30000">
                <a:sym typeface="Symbol" panose="05050102010706020507" pitchFamily="18" charset="2"/>
              </a:rPr>
              <a:t>+1 </a:t>
            </a:r>
            <a:r>
              <a:rPr lang="en-US" altLang="th-TH"/>
              <a:t>-</a:t>
            </a:r>
            <a:r>
              <a:rPr lang="en-US" altLang="th-TH">
                <a:sym typeface="Symbol" panose="05050102010706020507" pitchFamily="18" charset="2"/>
              </a:rPr>
              <a:t> 1)/(</a:t>
            </a:r>
            <a:r>
              <a:rPr lang="en-US" altLang="th-TH" i="1">
                <a:sym typeface="Symbol" panose="05050102010706020507" pitchFamily="18" charset="2"/>
              </a:rPr>
              <a:t>a </a:t>
            </a:r>
            <a:r>
              <a:rPr lang="en-US" altLang="th-TH"/>
              <a:t>-</a:t>
            </a:r>
            <a:r>
              <a:rPr lang="en-US" altLang="th-TH">
                <a:sym typeface="Symbol" panose="05050102010706020507" pitchFamily="18" charset="2"/>
              </a:rPr>
              <a:t> 1)  for any </a:t>
            </a:r>
            <a:r>
              <a:rPr lang="en-US" altLang="th-TH" i="1">
                <a:sym typeface="Symbol" panose="05050102010706020507" pitchFamily="18" charset="2"/>
              </a:rPr>
              <a:t>a </a:t>
            </a:r>
            <a:r>
              <a:rPr lang="en-US" altLang="th-TH">
                <a:sym typeface="Symbol" panose="05050102010706020507" pitchFamily="18" charset="2"/>
              </a:rPr>
              <a:t> 1</a:t>
            </a:r>
          </a:p>
          <a:p>
            <a:pPr>
              <a:buFont typeface="Monotype Sorts" pitchFamily="2" charset="2"/>
              <a:buNone/>
            </a:pPr>
            <a:r>
              <a:rPr lang="en-US" altLang="th-TH">
                <a:sym typeface="Symbol" panose="05050102010706020507" pitchFamily="18" charset="2"/>
              </a:rPr>
              <a:t>         In particular, </a:t>
            </a:r>
            <a:r>
              <a:rPr lang="en-US" altLang="th-TH" baseline="-25000">
                <a:sym typeface="Symbol" panose="05050102010706020507" pitchFamily="18" charset="2"/>
              </a:rPr>
              <a:t>0</a:t>
            </a:r>
            <a:r>
              <a:rPr lang="en-US" altLang="th-TH" i="1" baseline="-25000">
                <a:sym typeface="Symbol" panose="05050102010706020507" pitchFamily="18" charset="2"/>
              </a:rPr>
              <a:t>i</a:t>
            </a:r>
            <a:r>
              <a:rPr lang="en-US" altLang="th-TH" baseline="-25000">
                <a:sym typeface="Symbol" panose="05050102010706020507" pitchFamily="18" charset="2"/>
              </a:rPr>
              <a:t></a:t>
            </a:r>
            <a:r>
              <a:rPr lang="en-US" altLang="th-TH" i="1" baseline="-25000">
                <a:sym typeface="Symbol" panose="05050102010706020507" pitchFamily="18" charset="2"/>
              </a:rPr>
              <a:t>n</a:t>
            </a:r>
            <a:r>
              <a:rPr lang="en-US" altLang="th-TH" baseline="-25000">
                <a:sym typeface="Symbol" panose="05050102010706020507" pitchFamily="18" charset="2"/>
              </a:rPr>
              <a:t> </a:t>
            </a:r>
            <a:r>
              <a:rPr lang="en-US" altLang="th-TH">
                <a:sym typeface="Symbol" panose="05050102010706020507" pitchFamily="18" charset="2"/>
              </a:rPr>
              <a:t>2</a:t>
            </a:r>
            <a:r>
              <a:rPr lang="en-US" altLang="th-TH" i="1" baseline="30000">
                <a:sym typeface="Symbol" panose="05050102010706020507" pitchFamily="18" charset="2"/>
              </a:rPr>
              <a:t>i</a:t>
            </a:r>
            <a:r>
              <a:rPr lang="en-US" altLang="th-TH" baseline="30000">
                <a:sym typeface="Symbol" panose="05050102010706020507" pitchFamily="18" charset="2"/>
              </a:rPr>
              <a:t> </a:t>
            </a:r>
            <a:r>
              <a:rPr lang="en-US" altLang="th-TH">
                <a:sym typeface="Symbol" panose="05050102010706020507" pitchFamily="18" charset="2"/>
              </a:rPr>
              <a:t> = 2</a:t>
            </a:r>
            <a:r>
              <a:rPr lang="en-US" altLang="th-TH" baseline="30000">
                <a:sym typeface="Symbol" panose="05050102010706020507" pitchFamily="18" charset="2"/>
              </a:rPr>
              <a:t>0 </a:t>
            </a:r>
            <a:r>
              <a:rPr lang="en-US" altLang="th-TH">
                <a:sym typeface="Symbol" panose="05050102010706020507" pitchFamily="18" charset="2"/>
              </a:rPr>
              <a:t>+ 2</a:t>
            </a:r>
            <a:r>
              <a:rPr lang="en-US" altLang="th-TH" baseline="30000">
                <a:sym typeface="Symbol" panose="05050102010706020507" pitchFamily="18" charset="2"/>
              </a:rPr>
              <a:t>1 </a:t>
            </a:r>
            <a:r>
              <a:rPr lang="en-US" altLang="th-TH">
                <a:sym typeface="Symbol" panose="05050102010706020507" pitchFamily="18" charset="2"/>
              </a:rPr>
              <a:t>+ ⋯ + 2</a:t>
            </a:r>
            <a:r>
              <a:rPr lang="en-US" altLang="th-TH" i="1" baseline="30000">
                <a:sym typeface="Symbol" panose="05050102010706020507" pitchFamily="18" charset="2"/>
              </a:rPr>
              <a:t>n</a:t>
            </a:r>
            <a:r>
              <a:rPr lang="en-US" altLang="th-TH" baseline="30000">
                <a:sym typeface="Symbol" panose="05050102010706020507" pitchFamily="18" charset="2"/>
              </a:rPr>
              <a:t> </a:t>
            </a:r>
            <a:r>
              <a:rPr lang="en-US" altLang="th-TH">
                <a:sym typeface="Symbol" panose="05050102010706020507" pitchFamily="18" charset="2"/>
              </a:rPr>
              <a:t> = 2</a:t>
            </a:r>
            <a:r>
              <a:rPr lang="en-US" altLang="th-TH" i="1" baseline="30000">
                <a:sym typeface="Symbol" panose="05050102010706020507" pitchFamily="18" charset="2"/>
              </a:rPr>
              <a:t>n</a:t>
            </a:r>
            <a:r>
              <a:rPr lang="en-US" altLang="th-TH" baseline="30000">
                <a:sym typeface="Symbol" panose="05050102010706020507" pitchFamily="18" charset="2"/>
              </a:rPr>
              <a:t>+1</a:t>
            </a:r>
            <a:r>
              <a:rPr lang="en-US" altLang="th-TH">
                <a:sym typeface="Symbol" panose="05050102010706020507" pitchFamily="18" charset="2"/>
              </a:rPr>
              <a:t> </a:t>
            </a:r>
            <a:r>
              <a:rPr lang="en-US" altLang="th-TH"/>
              <a:t>-</a:t>
            </a:r>
            <a:r>
              <a:rPr lang="en-US" altLang="th-TH">
                <a:sym typeface="Symbol" panose="05050102010706020507" pitchFamily="18" charset="2"/>
              </a:rPr>
              <a:t> 1  (2</a:t>
            </a:r>
            <a:r>
              <a:rPr lang="en-US" altLang="th-TH" i="1" baseline="30000">
                <a:sym typeface="Symbol" panose="05050102010706020507" pitchFamily="18" charset="2"/>
              </a:rPr>
              <a:t>n</a:t>
            </a:r>
            <a:r>
              <a:rPr lang="en-US" altLang="th-TH" baseline="30000">
                <a:sym typeface="Symbol" panose="05050102010706020507" pitchFamily="18" charset="2"/>
              </a:rPr>
              <a:t> </a:t>
            </a:r>
            <a:r>
              <a:rPr lang="en-US" altLang="th-TH">
                <a:sym typeface="Symbol" panose="05050102010706020507" pitchFamily="18" charset="2"/>
              </a:rPr>
              <a:t>)</a:t>
            </a:r>
            <a:r>
              <a:rPr lang="en-US" altLang="th-TH" b="0">
                <a:sym typeface="Symbol" panose="05050102010706020507" pitchFamily="18" charset="2"/>
              </a:rPr>
              <a:t> </a:t>
            </a:r>
            <a:br>
              <a:rPr lang="en-US" altLang="th-TH">
                <a:sym typeface="Symbol" panose="05050102010706020507" pitchFamily="18" charset="2"/>
              </a:rPr>
            </a:br>
            <a:endParaRPr lang="en-US" altLang="th-TH">
              <a:sym typeface="Symbol" panose="05050102010706020507" pitchFamily="18" charset="2"/>
            </a:endParaRPr>
          </a:p>
          <a:p>
            <a:pPr>
              <a:buFont typeface="Monotype Sorts" pitchFamily="2" charset="2"/>
              <a:buNone/>
            </a:pPr>
            <a:r>
              <a:rPr lang="en-US" altLang="th-TH">
                <a:sym typeface="Symbol" panose="05050102010706020507" pitchFamily="18" charset="2"/>
              </a:rPr>
              <a:t>(</a:t>
            </a:r>
            <a:r>
              <a:rPr lang="en-US" altLang="th-TH" i="1">
                <a:sym typeface="Symbol" panose="05050102010706020507" pitchFamily="18" charset="2"/>
              </a:rPr>
              <a:t>a</a:t>
            </a:r>
            <a:r>
              <a:rPr lang="en-US" altLang="th-TH" i="1" baseline="-25000">
                <a:sym typeface="Symbol" panose="05050102010706020507" pitchFamily="18" charset="2"/>
              </a:rPr>
              <a:t>i</a:t>
            </a:r>
            <a:r>
              <a:rPr lang="en-US" altLang="th-TH" baseline="-25000">
                <a:sym typeface="Symbol" panose="05050102010706020507" pitchFamily="18" charset="2"/>
              </a:rPr>
              <a:t> </a:t>
            </a:r>
            <a:r>
              <a:rPr lang="en-US" altLang="th-TH">
                <a:cs typeface="Times New Roman" panose="02020603050405020304" pitchFamily="18" charset="0"/>
                <a:sym typeface="Symbol" panose="05050102010706020507" pitchFamily="18" charset="2"/>
              </a:rPr>
              <a:t>±</a:t>
            </a:r>
            <a:r>
              <a:rPr lang="en-US" altLang="th-TH">
                <a:sym typeface="Symbol" panose="05050102010706020507" pitchFamily="18" charset="2"/>
              </a:rPr>
              <a:t> </a:t>
            </a:r>
            <a:r>
              <a:rPr lang="en-US" altLang="th-TH" i="1">
                <a:sym typeface="Symbol" panose="05050102010706020507" pitchFamily="18" charset="2"/>
              </a:rPr>
              <a:t>b</a:t>
            </a:r>
            <a:r>
              <a:rPr lang="en-US" altLang="th-TH" i="1" baseline="-25000">
                <a:sym typeface="Symbol" panose="05050102010706020507" pitchFamily="18" charset="2"/>
              </a:rPr>
              <a:t>i </a:t>
            </a:r>
            <a:r>
              <a:rPr lang="en-US" altLang="th-TH">
                <a:sym typeface="Symbol" panose="05050102010706020507" pitchFamily="18" charset="2"/>
              </a:rPr>
              <a:t>) = </a:t>
            </a:r>
            <a:r>
              <a:rPr lang="en-US" altLang="th-TH" i="1">
                <a:sym typeface="Symbol" panose="05050102010706020507" pitchFamily="18" charset="2"/>
              </a:rPr>
              <a:t>a</a:t>
            </a:r>
            <a:r>
              <a:rPr lang="en-US" altLang="th-TH" i="1" baseline="-25000">
                <a:sym typeface="Symbol" panose="05050102010706020507" pitchFamily="18" charset="2"/>
              </a:rPr>
              <a:t>i</a:t>
            </a:r>
            <a:r>
              <a:rPr lang="en-US" altLang="th-TH" baseline="-25000">
                <a:sym typeface="Symbol" panose="05050102010706020507" pitchFamily="18" charset="2"/>
              </a:rPr>
              <a:t> </a:t>
            </a:r>
            <a:r>
              <a:rPr lang="en-US" altLang="th-TH">
                <a:cs typeface="Times New Roman" panose="02020603050405020304" pitchFamily="18" charset="0"/>
                <a:sym typeface="Symbol" panose="05050102010706020507" pitchFamily="18" charset="2"/>
              </a:rPr>
              <a:t>±</a:t>
            </a:r>
            <a:r>
              <a:rPr lang="en-US" altLang="th-TH">
                <a:sym typeface="Symbol" panose="05050102010706020507" pitchFamily="18" charset="2"/>
              </a:rPr>
              <a:t> </a:t>
            </a:r>
            <a:r>
              <a:rPr lang="en-US" altLang="th-TH" i="1">
                <a:sym typeface="Symbol" panose="05050102010706020507" pitchFamily="18" charset="2"/>
              </a:rPr>
              <a:t>b</a:t>
            </a:r>
            <a:r>
              <a:rPr lang="en-US" altLang="th-TH" i="1" baseline="-25000">
                <a:sym typeface="Symbol" panose="05050102010706020507" pitchFamily="18" charset="2"/>
              </a:rPr>
              <a:t>i         </a:t>
            </a:r>
            <a:r>
              <a:rPr lang="en-US" altLang="th-TH">
                <a:sym typeface="Symbol" panose="05050102010706020507" pitchFamily="18" charset="2"/>
              </a:rPr>
              <a:t></a:t>
            </a:r>
            <a:r>
              <a:rPr lang="en-US" altLang="th-TH" i="1">
                <a:sym typeface="Symbol" panose="05050102010706020507" pitchFamily="18" charset="2"/>
              </a:rPr>
              <a:t>ca</a:t>
            </a:r>
            <a:r>
              <a:rPr lang="en-US" altLang="th-TH" i="1" baseline="-25000">
                <a:sym typeface="Symbol" panose="05050102010706020507" pitchFamily="18" charset="2"/>
              </a:rPr>
              <a:t>i</a:t>
            </a:r>
            <a:r>
              <a:rPr lang="en-US" altLang="th-TH" baseline="-25000">
                <a:sym typeface="Symbol" panose="05050102010706020507" pitchFamily="18" charset="2"/>
              </a:rPr>
              <a:t> </a:t>
            </a:r>
            <a:r>
              <a:rPr lang="en-US" altLang="th-TH">
                <a:sym typeface="Symbol" panose="05050102010706020507" pitchFamily="18" charset="2"/>
              </a:rPr>
              <a:t> = </a:t>
            </a:r>
            <a:r>
              <a:rPr lang="en-US" altLang="th-TH" i="1">
                <a:sym typeface="Symbol" panose="05050102010706020507" pitchFamily="18" charset="2"/>
              </a:rPr>
              <a:t>c</a:t>
            </a:r>
            <a:r>
              <a:rPr lang="en-US" altLang="th-TH">
                <a:sym typeface="Symbol" panose="05050102010706020507" pitchFamily="18" charset="2"/>
              </a:rPr>
              <a:t></a:t>
            </a:r>
            <a:r>
              <a:rPr lang="en-US" altLang="th-TH" i="1">
                <a:sym typeface="Symbol" panose="05050102010706020507" pitchFamily="18" charset="2"/>
              </a:rPr>
              <a:t>a</a:t>
            </a:r>
            <a:r>
              <a:rPr lang="en-US" altLang="th-TH" i="1" baseline="-25000">
                <a:sym typeface="Symbol" panose="05050102010706020507" pitchFamily="18" charset="2"/>
              </a:rPr>
              <a:t>i</a:t>
            </a:r>
            <a:r>
              <a:rPr lang="en-US" altLang="th-TH" baseline="-25000">
                <a:sym typeface="Symbol" panose="05050102010706020507" pitchFamily="18" charset="2"/>
              </a:rPr>
              <a:t>       </a:t>
            </a:r>
            <a:r>
              <a:rPr lang="en-US" altLang="th-TH">
                <a:sym typeface="Symbol" panose="05050102010706020507" pitchFamily="18" charset="2"/>
              </a:rPr>
              <a:t></a:t>
            </a:r>
            <a:r>
              <a:rPr lang="en-US" altLang="th-TH" i="1" baseline="-25000">
                <a:sym typeface="Symbol" panose="05050102010706020507" pitchFamily="18" charset="2"/>
              </a:rPr>
              <a:t>l</a:t>
            </a:r>
            <a:r>
              <a:rPr lang="en-US" altLang="th-TH" baseline="-25000">
                <a:sym typeface="Symbol" panose="05050102010706020507" pitchFamily="18" charset="2"/>
              </a:rPr>
              <a:t></a:t>
            </a:r>
            <a:r>
              <a:rPr lang="en-US" altLang="th-TH" i="1" baseline="-25000">
                <a:sym typeface="Symbol" panose="05050102010706020507" pitchFamily="18" charset="2"/>
              </a:rPr>
              <a:t>i</a:t>
            </a:r>
            <a:r>
              <a:rPr lang="en-US" altLang="th-TH" baseline="-25000">
                <a:sym typeface="Symbol" panose="05050102010706020507" pitchFamily="18" charset="2"/>
              </a:rPr>
              <a:t></a:t>
            </a:r>
            <a:r>
              <a:rPr lang="en-US" altLang="th-TH" i="1" baseline="-25000">
                <a:sym typeface="Symbol" panose="05050102010706020507" pitchFamily="18" charset="2"/>
              </a:rPr>
              <a:t>u</a:t>
            </a:r>
            <a:r>
              <a:rPr lang="en-US" altLang="th-TH" i="1">
                <a:sym typeface="Symbol" panose="05050102010706020507" pitchFamily="18" charset="2"/>
              </a:rPr>
              <a:t>a</a:t>
            </a:r>
            <a:r>
              <a:rPr lang="en-US" altLang="th-TH" i="1" baseline="-25000">
                <a:sym typeface="Symbol" panose="05050102010706020507" pitchFamily="18" charset="2"/>
              </a:rPr>
              <a:t>i</a:t>
            </a:r>
            <a:r>
              <a:rPr lang="en-US" altLang="th-TH" baseline="-25000">
                <a:sym typeface="Symbol" panose="05050102010706020507" pitchFamily="18" charset="2"/>
              </a:rPr>
              <a:t> </a:t>
            </a:r>
            <a:r>
              <a:rPr lang="en-US" altLang="th-TH">
                <a:sym typeface="Symbol" panose="05050102010706020507" pitchFamily="18" charset="2"/>
              </a:rPr>
              <a:t> = </a:t>
            </a:r>
            <a:r>
              <a:rPr lang="en-US" altLang="th-TH" i="1" baseline="-25000">
                <a:sym typeface="Symbol" panose="05050102010706020507" pitchFamily="18" charset="2"/>
              </a:rPr>
              <a:t>l</a:t>
            </a:r>
            <a:r>
              <a:rPr lang="en-US" altLang="th-TH" baseline="-25000">
                <a:sym typeface="Symbol" panose="05050102010706020507" pitchFamily="18" charset="2"/>
              </a:rPr>
              <a:t></a:t>
            </a:r>
            <a:r>
              <a:rPr lang="en-US" altLang="th-TH" i="1" baseline="-25000">
                <a:sym typeface="Symbol" panose="05050102010706020507" pitchFamily="18" charset="2"/>
              </a:rPr>
              <a:t>i</a:t>
            </a:r>
            <a:r>
              <a:rPr lang="en-US" altLang="th-TH" baseline="-25000">
                <a:sym typeface="Symbol" panose="05050102010706020507" pitchFamily="18" charset="2"/>
              </a:rPr>
              <a:t></a:t>
            </a:r>
            <a:r>
              <a:rPr lang="en-US" altLang="th-TH" i="1" baseline="-25000">
                <a:sym typeface="Symbol" panose="05050102010706020507" pitchFamily="18" charset="2"/>
              </a:rPr>
              <a:t>m</a:t>
            </a:r>
            <a:r>
              <a:rPr lang="en-US" altLang="th-TH" i="1">
                <a:sym typeface="Symbol" panose="05050102010706020507" pitchFamily="18" charset="2"/>
              </a:rPr>
              <a:t>a</a:t>
            </a:r>
            <a:r>
              <a:rPr lang="en-US" altLang="th-TH" i="1" baseline="-25000">
                <a:sym typeface="Symbol" panose="05050102010706020507" pitchFamily="18" charset="2"/>
              </a:rPr>
              <a:t>i</a:t>
            </a:r>
            <a:r>
              <a:rPr lang="en-US" altLang="th-TH" baseline="-25000">
                <a:sym typeface="Symbol" panose="05050102010706020507" pitchFamily="18" charset="2"/>
              </a:rPr>
              <a:t> </a:t>
            </a:r>
            <a:r>
              <a:rPr lang="en-US" altLang="th-TH">
                <a:sym typeface="Symbol" panose="05050102010706020507" pitchFamily="18" charset="2"/>
              </a:rPr>
              <a:t>+ </a:t>
            </a:r>
            <a:r>
              <a:rPr lang="en-US" altLang="th-TH" i="1" baseline="-25000">
                <a:sym typeface="Symbol" panose="05050102010706020507" pitchFamily="18" charset="2"/>
              </a:rPr>
              <a:t>m</a:t>
            </a:r>
            <a:r>
              <a:rPr lang="en-US" altLang="th-TH" baseline="-25000">
                <a:sym typeface="Symbol" panose="05050102010706020507" pitchFamily="18" charset="2"/>
              </a:rPr>
              <a:t>+1</a:t>
            </a:r>
            <a:r>
              <a:rPr lang="en-US" altLang="th-TH" i="1" baseline="-25000">
                <a:sym typeface="Symbol" panose="05050102010706020507" pitchFamily="18" charset="2"/>
              </a:rPr>
              <a:t>i</a:t>
            </a:r>
            <a:r>
              <a:rPr lang="en-US" altLang="th-TH" baseline="-25000">
                <a:sym typeface="Symbol" panose="05050102010706020507" pitchFamily="18" charset="2"/>
              </a:rPr>
              <a:t></a:t>
            </a:r>
            <a:r>
              <a:rPr lang="en-US" altLang="th-TH" i="1" baseline="-25000">
                <a:sym typeface="Symbol" panose="05050102010706020507" pitchFamily="18" charset="2"/>
              </a:rPr>
              <a:t>u</a:t>
            </a:r>
            <a:r>
              <a:rPr lang="en-US" altLang="th-TH" i="1">
                <a:sym typeface="Symbol" panose="05050102010706020507" pitchFamily="18" charset="2"/>
              </a:rPr>
              <a:t>a</a:t>
            </a:r>
            <a:r>
              <a:rPr lang="en-US" altLang="th-TH" i="1" baseline="-25000">
                <a:sym typeface="Symbol" panose="05050102010706020507" pitchFamily="18" charset="2"/>
              </a:rPr>
              <a:t>i</a:t>
            </a:r>
            <a:r>
              <a:rPr lang="en-US" altLang="th-TH" baseline="-25000">
                <a:sym typeface="Symbol" panose="05050102010706020507" pitchFamily="18" charset="2"/>
              </a:rPr>
              <a:t> </a:t>
            </a: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19B2F0F7-4E11-4D23-AFD7-CE140C6409EA}" type="slidenum">
              <a:rPr lang="en-US" altLang="th-TH"/>
              <a:pPr/>
              <a:t>32</a:t>
            </a:fld>
            <a:endParaRPr lang="en-US" altLang="th-TH"/>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pPr eaLnBrk="1" hangingPunct="1"/>
            <a:r>
              <a:rPr lang="en-US" altLang="th-TH"/>
              <a:t>Principle of Counting</a:t>
            </a:r>
          </a:p>
        </p:txBody>
      </p:sp>
      <p:sp>
        <p:nvSpPr>
          <p:cNvPr id="3" name="Content Placeholder 2"/>
          <p:cNvSpPr>
            <a:spLocks noGrp="1"/>
          </p:cNvSpPr>
          <p:nvPr>
            <p:ph idx="1"/>
          </p:nvPr>
        </p:nvSpPr>
        <p:spPr/>
        <p:txBody>
          <a:bodyPr rtlCol="0">
            <a:normAutofit/>
          </a:bodyPr>
          <a:lstStyle/>
          <a:p>
            <a:pPr eaLnBrk="1" fontAlgn="auto" hangingPunct="1">
              <a:spcAft>
                <a:spcPts val="0"/>
              </a:spcAft>
              <a:defRPr/>
            </a:pPr>
            <a:r>
              <a:rPr lang="en-US" dirty="0"/>
              <a:t>Arrangement		n</a:t>
            </a:r>
            <a:r>
              <a:rPr lang="en-US" baseline="30000" dirty="0"/>
              <a:t>r</a:t>
            </a:r>
            <a:r>
              <a:rPr lang="en-US" dirty="0"/>
              <a:t> 	(with Repetition)</a:t>
            </a:r>
          </a:p>
          <a:p>
            <a:pPr eaLnBrk="1" fontAlgn="auto" hangingPunct="1">
              <a:spcAft>
                <a:spcPts val="0"/>
              </a:spcAft>
              <a:defRPr/>
            </a:pPr>
            <a:r>
              <a:rPr lang="en-US" dirty="0"/>
              <a:t>Permutation without repetition</a:t>
            </a:r>
          </a:p>
          <a:p>
            <a:pPr eaLnBrk="1" fontAlgn="auto" hangingPunct="1">
              <a:spcAft>
                <a:spcPts val="0"/>
              </a:spcAft>
              <a:buFont typeface="Arial" panose="020B0604020202020204" pitchFamily="34" charset="0"/>
              <a:buNone/>
              <a:defRPr/>
            </a:pPr>
            <a:r>
              <a:rPr lang="en-US" dirty="0"/>
              <a:t>		P(n)  =  n!</a:t>
            </a:r>
          </a:p>
          <a:p>
            <a:pPr eaLnBrk="1" fontAlgn="auto" hangingPunct="1">
              <a:spcAft>
                <a:spcPts val="0"/>
              </a:spcAft>
              <a:buFont typeface="Arial" panose="020B0604020202020204" pitchFamily="34" charset="0"/>
              <a:buNone/>
              <a:defRPr/>
            </a:pPr>
            <a:r>
              <a:rPr lang="en-US" dirty="0"/>
              <a:t>		P(</a:t>
            </a:r>
            <a:r>
              <a:rPr lang="en-US" dirty="0" err="1"/>
              <a:t>n,r</a:t>
            </a:r>
            <a:r>
              <a:rPr lang="en-US" dirty="0"/>
              <a:t>)   = n! / [n-r]!</a:t>
            </a:r>
          </a:p>
          <a:p>
            <a:pPr eaLnBrk="1" fontAlgn="auto" hangingPunct="1">
              <a:spcAft>
                <a:spcPts val="0"/>
              </a:spcAft>
              <a:defRPr/>
            </a:pPr>
            <a:r>
              <a:rPr lang="en-US" dirty="0"/>
              <a:t>Combination without repetition 	</a:t>
            </a:r>
          </a:p>
          <a:p>
            <a:pPr marL="0" indent="0" eaLnBrk="1" fontAlgn="auto" hangingPunct="1">
              <a:spcAft>
                <a:spcPts val="0"/>
              </a:spcAft>
              <a:buNone/>
              <a:defRPr/>
            </a:pPr>
            <a:r>
              <a:rPr lang="en-US" dirty="0"/>
              <a:t>	C(</a:t>
            </a:r>
            <a:r>
              <a:rPr lang="en-US" dirty="0" err="1"/>
              <a:t>n,r</a:t>
            </a:r>
            <a:r>
              <a:rPr lang="en-US" dirty="0"/>
              <a:t>)  =  n! / [r! (n-r)! ]</a:t>
            </a:r>
          </a:p>
          <a:p>
            <a:pPr eaLnBrk="1" fontAlgn="auto" hangingPunct="1">
              <a:spcAft>
                <a:spcPts val="0"/>
              </a:spcAft>
              <a:defRPr/>
            </a:pPr>
            <a:r>
              <a:rPr lang="en-US" dirty="0"/>
              <a:t>Combination with repetition</a:t>
            </a:r>
          </a:p>
          <a:p>
            <a:pPr eaLnBrk="1" fontAlgn="auto" hangingPunct="1">
              <a:spcAft>
                <a:spcPts val="0"/>
              </a:spcAft>
              <a:buFont typeface="Arial" panose="020B0604020202020204" pitchFamily="34" charset="0"/>
              <a:buNone/>
              <a:defRPr/>
            </a:pPr>
            <a:r>
              <a:rPr lang="en-US" dirty="0"/>
              <a:t>		C (n+r-1, r)</a:t>
            </a:r>
          </a:p>
        </p:txBody>
      </p:sp>
    </p:spTree>
    <p:extLst>
      <p:ext uri="{BB962C8B-B14F-4D97-AF65-F5344CB8AC3E}">
        <p14:creationId xmlns:p14="http://schemas.microsoft.com/office/powerpoint/2010/main" val="39331422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FBDDF-A4B6-49E1-A4B5-DFA33755CA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AC841E0-AFBF-445D-AE48-A611925A6F0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A39FC423-CDB2-41C4-A58B-AD2F22C444B7}"/>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5B11F123-0288-464B-A6C2-C0824C1DD7A3}"/>
              </a:ext>
            </a:extLst>
          </p:cNvPr>
          <p:cNvSpPr>
            <a:spLocks noGrp="1"/>
          </p:cNvSpPr>
          <p:nvPr>
            <p:ph type="sldNum" sz="quarter" idx="12"/>
          </p:nvPr>
        </p:nvSpPr>
        <p:spPr/>
        <p:txBody>
          <a:bodyPr/>
          <a:lstStyle/>
          <a:p>
            <a:fld id="{1599CD94-7BFF-42C6-81AA-C1D79CE29F44}" type="slidenum">
              <a:rPr lang="en-US" altLang="th-TH" smtClean="0"/>
              <a:pPr/>
              <a:t>34</a:t>
            </a:fld>
            <a:endParaRPr lang="en-US" altLang="th-TH"/>
          </a:p>
        </p:txBody>
      </p:sp>
    </p:spTree>
    <p:extLst>
      <p:ext uri="{BB962C8B-B14F-4D97-AF65-F5344CB8AC3E}">
        <p14:creationId xmlns:p14="http://schemas.microsoft.com/office/powerpoint/2010/main" val="9698422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pPr eaLnBrk="1" hangingPunct="1"/>
            <a:r>
              <a:rPr lang="en-US" altLang="th-TH"/>
              <a:t>Mathematical Induction</a:t>
            </a:r>
          </a:p>
        </p:txBody>
      </p:sp>
      <p:sp>
        <p:nvSpPr>
          <p:cNvPr id="33795" name="Content Placeholder 2"/>
          <p:cNvSpPr>
            <a:spLocks noGrp="1"/>
          </p:cNvSpPr>
          <p:nvPr>
            <p:ph idx="1"/>
          </p:nvPr>
        </p:nvSpPr>
        <p:spPr/>
        <p:txBody>
          <a:bodyPr/>
          <a:lstStyle/>
          <a:p>
            <a:pPr eaLnBrk="1" hangingPunct="1">
              <a:buFont typeface="Arial" panose="020B0604020202020204" pitchFamily="34" charset="0"/>
              <a:buNone/>
            </a:pPr>
            <a:r>
              <a:rPr lang="en-US" altLang="th-TH"/>
              <a:t>2 Steps:</a:t>
            </a:r>
          </a:p>
          <a:p>
            <a:pPr eaLnBrk="1" hangingPunct="1">
              <a:buFont typeface="Arial" panose="020B0604020202020204" pitchFamily="34" charset="0"/>
              <a:buNone/>
            </a:pPr>
            <a:r>
              <a:rPr lang="en-US" altLang="th-TH"/>
              <a:t>	1) Basic step: is s(1) true?</a:t>
            </a:r>
          </a:p>
          <a:p>
            <a:pPr eaLnBrk="1" hangingPunct="1">
              <a:buFont typeface="Arial" panose="020B0604020202020204" pitchFamily="34" charset="0"/>
              <a:buNone/>
            </a:pPr>
            <a:r>
              <a:rPr lang="en-US" altLang="th-TH"/>
              <a:t>	2) Inductive step:</a:t>
            </a:r>
          </a:p>
          <a:p>
            <a:pPr eaLnBrk="1" hangingPunct="1">
              <a:buFont typeface="Arial" panose="020B0604020202020204" pitchFamily="34" charset="0"/>
              <a:buNone/>
            </a:pPr>
            <a:r>
              <a:rPr lang="en-US" altLang="th-TH"/>
              <a:t>		 if s(k) is true, is s(k+1) true?</a:t>
            </a:r>
          </a:p>
        </p:txBody>
      </p:sp>
    </p:spTree>
    <p:extLst>
      <p:ext uri="{BB962C8B-B14F-4D97-AF65-F5344CB8AC3E}">
        <p14:creationId xmlns:p14="http://schemas.microsoft.com/office/powerpoint/2010/main" val="2206499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1BE87-3610-4FD7-9AAF-B1FDD1EE352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FA32B4-581E-4AAE-BC55-EADAA167BC71}"/>
              </a:ext>
            </a:extLst>
          </p:cNvPr>
          <p:cNvSpPr>
            <a:spLocks noGrp="1"/>
          </p:cNvSpPr>
          <p:nvPr>
            <p:ph idx="1"/>
          </p:nvPr>
        </p:nvSpPr>
        <p:spPr/>
        <p:txBody>
          <a:bodyPr/>
          <a:lstStyle/>
          <a:p>
            <a:r>
              <a:rPr lang="en-US" dirty="0"/>
              <a:t>Domino</a:t>
            </a:r>
          </a:p>
        </p:txBody>
      </p:sp>
      <p:sp>
        <p:nvSpPr>
          <p:cNvPr id="4" name="Footer Placeholder 3">
            <a:extLst>
              <a:ext uri="{FF2B5EF4-FFF2-40B4-BE49-F238E27FC236}">
                <a16:creationId xmlns:a16="http://schemas.microsoft.com/office/drawing/2014/main" id="{CBAEFEBD-4812-4BAE-BA21-CA603AED1E6F}"/>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0AC4F4B5-077B-4679-AF0F-31CC1C38643A}"/>
              </a:ext>
            </a:extLst>
          </p:cNvPr>
          <p:cNvSpPr>
            <a:spLocks noGrp="1"/>
          </p:cNvSpPr>
          <p:nvPr>
            <p:ph type="sldNum" sz="quarter" idx="12"/>
          </p:nvPr>
        </p:nvSpPr>
        <p:spPr/>
        <p:txBody>
          <a:bodyPr/>
          <a:lstStyle/>
          <a:p>
            <a:fld id="{1599CD94-7BFF-42C6-81AA-C1D79CE29F44}" type="slidenum">
              <a:rPr lang="en-US" altLang="th-TH" smtClean="0"/>
              <a:pPr/>
              <a:t>36</a:t>
            </a:fld>
            <a:endParaRPr lang="en-US" altLang="th-TH"/>
          </a:p>
        </p:txBody>
      </p:sp>
    </p:spTree>
    <p:extLst>
      <p:ext uri="{BB962C8B-B14F-4D97-AF65-F5344CB8AC3E}">
        <p14:creationId xmlns:p14="http://schemas.microsoft.com/office/powerpoint/2010/main" val="28960572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47937-6C0F-4362-94BD-EEF5C1FE7F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01535F-4F44-4944-A727-B3ED1389E70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E0C100BD-A78B-4E8D-B7E2-804FDB820AE7}"/>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77FEC44F-69AE-465A-9601-255C525F67CA}"/>
              </a:ext>
            </a:extLst>
          </p:cNvPr>
          <p:cNvSpPr>
            <a:spLocks noGrp="1"/>
          </p:cNvSpPr>
          <p:nvPr>
            <p:ph type="sldNum" sz="quarter" idx="12"/>
          </p:nvPr>
        </p:nvSpPr>
        <p:spPr/>
        <p:txBody>
          <a:bodyPr/>
          <a:lstStyle/>
          <a:p>
            <a:fld id="{1599CD94-7BFF-42C6-81AA-C1D79CE29F44}" type="slidenum">
              <a:rPr lang="en-US" altLang="th-TH" smtClean="0"/>
              <a:pPr/>
              <a:t>37</a:t>
            </a:fld>
            <a:endParaRPr lang="en-US" altLang="th-TH"/>
          </a:p>
        </p:txBody>
      </p:sp>
    </p:spTree>
    <p:extLst>
      <p:ext uri="{BB962C8B-B14F-4D97-AF65-F5344CB8AC3E}">
        <p14:creationId xmlns:p14="http://schemas.microsoft.com/office/powerpoint/2010/main" val="35346245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2F4E7-F153-4BA3-B79D-F596AC28C8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755AB1-BC4E-4AEE-9E01-AA99D2031C8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546AE86D-0034-46E2-9AB3-ECA0FFF957ED}"/>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C6A7C257-682D-4205-B975-821D45E5EA6C}"/>
              </a:ext>
            </a:extLst>
          </p:cNvPr>
          <p:cNvSpPr>
            <a:spLocks noGrp="1"/>
          </p:cNvSpPr>
          <p:nvPr>
            <p:ph type="sldNum" sz="quarter" idx="12"/>
          </p:nvPr>
        </p:nvSpPr>
        <p:spPr/>
        <p:txBody>
          <a:bodyPr/>
          <a:lstStyle/>
          <a:p>
            <a:fld id="{1599CD94-7BFF-42C6-81AA-C1D79CE29F44}" type="slidenum">
              <a:rPr lang="en-US" altLang="th-TH" smtClean="0"/>
              <a:pPr/>
              <a:t>38</a:t>
            </a:fld>
            <a:endParaRPr lang="en-US" altLang="th-TH"/>
          </a:p>
        </p:txBody>
      </p:sp>
    </p:spTree>
    <p:extLst>
      <p:ext uri="{BB962C8B-B14F-4D97-AF65-F5344CB8AC3E}">
        <p14:creationId xmlns:p14="http://schemas.microsoft.com/office/powerpoint/2010/main" val="3589401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h-TH"/>
          </a:p>
        </p:txBody>
      </p:sp>
      <p:sp>
        <p:nvSpPr>
          <p:cNvPr id="3" name="Content Placeholder 2"/>
          <p:cNvSpPr>
            <a:spLocks noGrp="1"/>
          </p:cNvSpPr>
          <p:nvPr>
            <p:ph idx="1"/>
          </p:nvPr>
        </p:nvSpPr>
        <p:spPr/>
        <p:txBody>
          <a:bodyPr/>
          <a:lstStyle/>
          <a:p>
            <a:endParaRPr lang="th-TH"/>
          </a:p>
        </p:txBody>
      </p:sp>
      <p:sp>
        <p:nvSpPr>
          <p:cNvPr id="4" name="Footer Placeholder 3"/>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p:cNvSpPr>
            <a:spLocks noGrp="1"/>
          </p:cNvSpPr>
          <p:nvPr>
            <p:ph type="sldNum" sz="quarter" idx="12"/>
          </p:nvPr>
        </p:nvSpPr>
        <p:spPr/>
        <p:txBody>
          <a:bodyPr/>
          <a:lstStyle/>
          <a:p>
            <a:fld id="{1599CD94-7BFF-42C6-81AA-C1D79CE29F44}" type="slidenum">
              <a:rPr lang="en-US" altLang="th-TH" smtClean="0"/>
              <a:pPr/>
              <a:t>39</a:t>
            </a:fld>
            <a:endParaRPr lang="en-US" altLang="th-TH"/>
          </a:p>
        </p:txBody>
      </p:sp>
    </p:spTree>
    <p:extLst>
      <p:ext uri="{BB962C8B-B14F-4D97-AF65-F5344CB8AC3E}">
        <p14:creationId xmlns:p14="http://schemas.microsoft.com/office/powerpoint/2010/main" val="42370701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h-TH"/>
          </a:p>
        </p:txBody>
      </p:sp>
      <p:sp>
        <p:nvSpPr>
          <p:cNvPr id="3" name="Content Placeholder 2"/>
          <p:cNvSpPr>
            <a:spLocks noGrp="1"/>
          </p:cNvSpPr>
          <p:nvPr>
            <p:ph idx="1"/>
          </p:nvPr>
        </p:nvSpPr>
        <p:spPr/>
        <p:txBody>
          <a:bodyPr/>
          <a:lstStyle/>
          <a:p>
            <a:endParaRPr lang="th-TH"/>
          </a:p>
        </p:txBody>
      </p:sp>
      <p:sp>
        <p:nvSpPr>
          <p:cNvPr id="4" name="Footer Placeholder 3"/>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p:cNvSpPr>
            <a:spLocks noGrp="1"/>
          </p:cNvSpPr>
          <p:nvPr>
            <p:ph type="sldNum" sz="quarter" idx="12"/>
          </p:nvPr>
        </p:nvSpPr>
        <p:spPr/>
        <p:txBody>
          <a:bodyPr/>
          <a:lstStyle/>
          <a:p>
            <a:fld id="{1599CD94-7BFF-42C6-81AA-C1D79CE29F44}" type="slidenum">
              <a:rPr lang="en-US" altLang="th-TH" smtClean="0"/>
              <a:pPr/>
              <a:t>40</a:t>
            </a:fld>
            <a:endParaRPr lang="en-US" altLang="th-TH"/>
          </a:p>
        </p:txBody>
      </p:sp>
    </p:spTree>
    <p:extLst>
      <p:ext uri="{BB962C8B-B14F-4D97-AF65-F5344CB8AC3E}">
        <p14:creationId xmlns:p14="http://schemas.microsoft.com/office/powerpoint/2010/main" val="4069333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pPr eaLnBrk="1" hangingPunct="1"/>
            <a:r>
              <a:rPr lang="en-US" altLang="th-TH"/>
              <a:t>Homework Assignment </a:t>
            </a:r>
          </a:p>
        </p:txBody>
      </p:sp>
      <p:sp>
        <p:nvSpPr>
          <p:cNvPr id="34819" name="Content Placeholder 2"/>
          <p:cNvSpPr>
            <a:spLocks noGrp="1"/>
          </p:cNvSpPr>
          <p:nvPr>
            <p:ph idx="1"/>
          </p:nvPr>
        </p:nvSpPr>
        <p:spPr/>
        <p:txBody>
          <a:bodyPr/>
          <a:lstStyle/>
          <a:p>
            <a:pPr eaLnBrk="1" hangingPunct="1"/>
            <a:r>
              <a:rPr lang="en-US" altLang="th-TH" dirty="0"/>
              <a:t>Exercise 2.1 Page 76</a:t>
            </a:r>
          </a:p>
          <a:p>
            <a:pPr lvl="1" eaLnBrk="1" hangingPunct="1"/>
            <a:r>
              <a:rPr lang="en-US" altLang="th-TH" dirty="0"/>
              <a:t>Questions 4, 8, 9</a:t>
            </a:r>
          </a:p>
          <a:p>
            <a:pPr eaLnBrk="1" hangingPunct="1"/>
            <a:r>
              <a:rPr lang="en-US" altLang="th-TH" dirty="0"/>
              <a:t>Exercise 2.2 Page 84</a:t>
            </a:r>
          </a:p>
          <a:p>
            <a:pPr lvl="1" eaLnBrk="1" hangingPunct="1"/>
            <a:r>
              <a:rPr lang="en-US" altLang="th-TH" dirty="0"/>
              <a:t>Questions 1, 2, 3, 5</a:t>
            </a:r>
          </a:p>
          <a:p>
            <a:pPr lvl="1" eaLnBrk="1" hangingPunct="1"/>
            <a:endParaRPr lang="en-US" altLang="th-TH" dirty="0"/>
          </a:p>
          <a:p>
            <a:pPr eaLnBrk="1" hangingPunct="1"/>
            <a:r>
              <a:rPr lang="en-US" altLang="th-TH" dirty="0"/>
              <a:t>Exercise 2.3 Page 93</a:t>
            </a:r>
          </a:p>
          <a:p>
            <a:pPr lvl="1" eaLnBrk="1" hangingPunct="1"/>
            <a:r>
              <a:rPr lang="en-US" altLang="th-TH" dirty="0"/>
              <a:t>Questions 1, 2</a:t>
            </a:r>
          </a:p>
        </p:txBody>
      </p:sp>
    </p:spTree>
    <p:extLst>
      <p:ext uri="{BB962C8B-B14F-4D97-AF65-F5344CB8AC3E}">
        <p14:creationId xmlns:p14="http://schemas.microsoft.com/office/powerpoint/2010/main" val="26130401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Grp="1" noChangeArrowheads="1"/>
          </p:cNvSpPr>
          <p:nvPr>
            <p:ph type="title"/>
          </p:nvPr>
        </p:nvSpPr>
        <p:spPr/>
        <p:txBody>
          <a:bodyPr/>
          <a:lstStyle/>
          <a:p>
            <a:r>
              <a:rPr lang="en-US" altLang="th-TH"/>
              <a:t>Example 1: Maximum element</a:t>
            </a:r>
          </a:p>
        </p:txBody>
      </p:sp>
      <p:sp>
        <p:nvSpPr>
          <p:cNvPr id="336899" name="Rectangle 3"/>
          <p:cNvSpPr>
            <a:spLocks noGrp="1" noChangeArrowheads="1"/>
          </p:cNvSpPr>
          <p:nvPr>
            <p:ph type="body" sz="half" idx="1"/>
          </p:nvPr>
        </p:nvSpPr>
        <p:spPr/>
        <p:txBody>
          <a:bodyPr/>
          <a:lstStyle/>
          <a:p>
            <a:pPr>
              <a:buFont typeface="Monotype Sorts" pitchFamily="2" charset="2"/>
              <a:buNone/>
            </a:pPr>
            <a:endParaRPr lang="en-US" altLang="th-TH" sz="2000">
              <a:cs typeface="Times New Roman" panose="02020603050405020304" pitchFamily="18" charset="0"/>
            </a:endParaRPr>
          </a:p>
          <a:p>
            <a:endParaRPr lang="en-US" altLang="th-TH" sz="2000"/>
          </a:p>
        </p:txBody>
      </p:sp>
      <p:pic>
        <p:nvPicPr>
          <p:cNvPr id="336900" name="Picture 4" descr="2_3a"/>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85800" y="1295400"/>
            <a:ext cx="8077200" cy="33813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5"/>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6" name="Slide Number Placeholder 6"/>
          <p:cNvSpPr>
            <a:spLocks noGrp="1"/>
          </p:cNvSpPr>
          <p:nvPr>
            <p:ph type="sldNum" sz="quarter" idx="12"/>
          </p:nvPr>
        </p:nvSpPr>
        <p:spPr/>
        <p:txBody>
          <a:bodyPr/>
          <a:lstStyle/>
          <a:p>
            <a:fld id="{E2D133A5-D55F-4B4D-B936-4E1758A63443}" type="slidenum">
              <a:rPr lang="en-US" altLang="th-TH"/>
              <a:pPr/>
              <a:t>42</a:t>
            </a:fld>
            <a:endParaRPr lang="en-US" altLang="th-TH"/>
          </a:p>
        </p:txBody>
      </p:sp>
      <p:sp>
        <p:nvSpPr>
          <p:cNvPr id="7" name="TextBox 4"/>
          <p:cNvSpPr txBox="1">
            <a:spLocks noChangeArrowheads="1"/>
          </p:cNvSpPr>
          <p:nvPr/>
        </p:nvSpPr>
        <p:spPr bwMode="auto">
          <a:xfrm>
            <a:off x="1676400" y="4876800"/>
            <a:ext cx="495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l"/>
            <a:r>
              <a:rPr lang="en-US" altLang="th-TH" baseline="-25000" dirty="0"/>
              <a:t>                 n-1</a:t>
            </a:r>
            <a:endParaRPr lang="en-US" altLang="th-TH" dirty="0"/>
          </a:p>
          <a:p>
            <a:pPr algn="l"/>
            <a:r>
              <a:rPr lang="en-US" altLang="th-TH" dirty="0"/>
              <a:t>C(n) = ∑ 1   = n -1 </a:t>
            </a:r>
            <a:r>
              <a:rPr lang="en-US" altLang="th-TH" dirty="0">
                <a:sym typeface="Symbol" panose="05050102010706020507" pitchFamily="18" charset="2"/>
              </a:rPr>
              <a:t>  (n)</a:t>
            </a:r>
          </a:p>
          <a:p>
            <a:pPr algn="l"/>
            <a:r>
              <a:rPr lang="en-US" altLang="th-TH" dirty="0"/>
              <a:t>          </a:t>
            </a:r>
            <a:r>
              <a:rPr lang="en-US" altLang="th-TH" baseline="30000" dirty="0"/>
              <a:t>  </a:t>
            </a:r>
            <a:r>
              <a:rPr lang="en-US" altLang="th-TH" baseline="30000" dirty="0" err="1"/>
              <a:t>i</a:t>
            </a:r>
            <a:r>
              <a:rPr lang="en-US" altLang="th-TH" baseline="30000" dirty="0"/>
              <a:t>=1</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a:xfrm>
            <a:off x="609600" y="152400"/>
            <a:ext cx="8534400" cy="685800"/>
          </a:xfrm>
        </p:spPr>
        <p:txBody>
          <a:bodyPr/>
          <a:lstStyle/>
          <a:p>
            <a:r>
              <a:rPr lang="en-US" altLang="th-TH"/>
              <a:t>Example 2: Element uniqueness problem</a:t>
            </a:r>
          </a:p>
        </p:txBody>
      </p:sp>
      <p:pic>
        <p:nvPicPr>
          <p:cNvPr id="340996" name="Picture 4" descr="2_3b"/>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09600" y="1295400"/>
            <a:ext cx="8153400" cy="3257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2CDA6F41-1EB1-4456-9FB4-707FFCB50A50}" type="slidenum">
              <a:rPr lang="en-US" altLang="th-TH"/>
              <a:pPr/>
              <a:t>43</a:t>
            </a:fld>
            <a:endParaRPr lang="en-US" altLang="th-TH"/>
          </a:p>
        </p:txBody>
      </p:sp>
      <p:sp>
        <p:nvSpPr>
          <p:cNvPr id="6" name="TextBox 3"/>
          <p:cNvSpPr txBox="1">
            <a:spLocks noChangeArrowheads="1"/>
          </p:cNvSpPr>
          <p:nvPr/>
        </p:nvSpPr>
        <p:spPr bwMode="auto">
          <a:xfrm>
            <a:off x="838200" y="4876800"/>
            <a:ext cx="7239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l"/>
            <a:r>
              <a:rPr lang="en-US" altLang="th-TH" baseline="-25000" dirty="0"/>
              <a:t>                            n-2  n-1             n</a:t>
            </a:r>
            <a:endParaRPr lang="en-US" altLang="th-TH" dirty="0"/>
          </a:p>
          <a:p>
            <a:pPr algn="l"/>
            <a:r>
              <a:rPr lang="en-US" altLang="th-TH" dirty="0" err="1"/>
              <a:t>C</a:t>
            </a:r>
            <a:r>
              <a:rPr lang="en-US" altLang="th-TH" baseline="-25000" dirty="0" err="1"/>
              <a:t>worst</a:t>
            </a:r>
            <a:r>
              <a:rPr lang="en-US" altLang="th-TH" dirty="0"/>
              <a:t> (n) = ∑  ∑ 1 =  ∑ [(n-1)–(i+1)+1] </a:t>
            </a:r>
            <a:r>
              <a:rPr lang="en-US" altLang="th-TH" dirty="0">
                <a:sym typeface="Symbol" panose="05050102010706020507" pitchFamily="18" charset="2"/>
              </a:rPr>
              <a:t>  (n</a:t>
            </a:r>
            <a:r>
              <a:rPr lang="en-US" altLang="th-TH" baseline="30000" dirty="0">
                <a:sym typeface="Symbol" panose="05050102010706020507" pitchFamily="18" charset="2"/>
              </a:rPr>
              <a:t>2</a:t>
            </a:r>
            <a:r>
              <a:rPr lang="en-US" altLang="th-TH" dirty="0">
                <a:sym typeface="Symbol" panose="05050102010706020507" pitchFamily="18" charset="2"/>
              </a:rPr>
              <a:t>)</a:t>
            </a:r>
          </a:p>
          <a:p>
            <a:pPr algn="l"/>
            <a:r>
              <a:rPr lang="en-US" altLang="th-TH" dirty="0"/>
              <a:t>          </a:t>
            </a:r>
            <a:r>
              <a:rPr lang="en-US" altLang="th-TH" baseline="30000" dirty="0"/>
              <a:t>             </a:t>
            </a:r>
            <a:r>
              <a:rPr lang="en-US" altLang="th-TH" baseline="30000" dirty="0" err="1"/>
              <a:t>i</a:t>
            </a:r>
            <a:r>
              <a:rPr lang="en-US" altLang="th-TH" baseline="30000" dirty="0"/>
              <a:t>=0  j=i+1         </a:t>
            </a:r>
            <a:r>
              <a:rPr lang="en-US" altLang="th-TH" baseline="30000" dirty="0" err="1"/>
              <a:t>i</a:t>
            </a:r>
            <a:r>
              <a:rPr lang="en-US" altLang="th-TH" baseline="30000" dirty="0"/>
              <a:t>=0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A43B-2929-46FB-BBE8-AFBDDC47621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4322D5-33AE-4283-8EEE-F7C76D826749}"/>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FD45D965-FAF6-40BD-B939-1385318DDCB2}"/>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D9827505-0732-47CC-ACC0-BFE21057E63D}"/>
              </a:ext>
            </a:extLst>
          </p:cNvPr>
          <p:cNvSpPr>
            <a:spLocks noGrp="1"/>
          </p:cNvSpPr>
          <p:nvPr>
            <p:ph type="sldNum" sz="quarter" idx="12"/>
          </p:nvPr>
        </p:nvSpPr>
        <p:spPr/>
        <p:txBody>
          <a:bodyPr/>
          <a:lstStyle/>
          <a:p>
            <a:fld id="{1599CD94-7BFF-42C6-81AA-C1D79CE29F44}" type="slidenum">
              <a:rPr lang="en-US" altLang="th-TH" smtClean="0"/>
              <a:pPr/>
              <a:t>44</a:t>
            </a:fld>
            <a:endParaRPr lang="en-US" altLang="th-TH"/>
          </a:p>
        </p:txBody>
      </p:sp>
    </p:spTree>
    <p:extLst>
      <p:ext uri="{BB962C8B-B14F-4D97-AF65-F5344CB8AC3E}">
        <p14:creationId xmlns:p14="http://schemas.microsoft.com/office/powerpoint/2010/main" val="6003407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3228-6E0A-4593-9A4E-FCE325FEEB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AFFEF1-F987-4278-AB30-3F9936C0535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C0C1C47F-FF95-45A8-AEC0-B3F3D20EFFE3}"/>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3EC61D23-2BB7-467A-8183-7C6D72E67505}"/>
              </a:ext>
            </a:extLst>
          </p:cNvPr>
          <p:cNvSpPr>
            <a:spLocks noGrp="1"/>
          </p:cNvSpPr>
          <p:nvPr>
            <p:ph type="sldNum" sz="quarter" idx="12"/>
          </p:nvPr>
        </p:nvSpPr>
        <p:spPr/>
        <p:txBody>
          <a:bodyPr/>
          <a:lstStyle/>
          <a:p>
            <a:fld id="{1599CD94-7BFF-42C6-81AA-C1D79CE29F44}" type="slidenum">
              <a:rPr lang="en-US" altLang="th-TH" smtClean="0"/>
              <a:pPr/>
              <a:t>45</a:t>
            </a:fld>
            <a:endParaRPr lang="en-US" altLang="th-TH"/>
          </a:p>
        </p:txBody>
      </p:sp>
    </p:spTree>
    <p:extLst>
      <p:ext uri="{BB962C8B-B14F-4D97-AF65-F5344CB8AC3E}">
        <p14:creationId xmlns:p14="http://schemas.microsoft.com/office/powerpoint/2010/main" val="35781236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3BCFB-71E7-4965-ACA6-C0BB7527C8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6398F9-6563-4141-A519-9790869B2F12}"/>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BDB48C48-1BEF-4958-909D-FCBC1B269E42}"/>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01085806-9783-4D54-8235-88C0DC98B7DC}"/>
              </a:ext>
            </a:extLst>
          </p:cNvPr>
          <p:cNvSpPr>
            <a:spLocks noGrp="1"/>
          </p:cNvSpPr>
          <p:nvPr>
            <p:ph type="sldNum" sz="quarter" idx="12"/>
          </p:nvPr>
        </p:nvSpPr>
        <p:spPr/>
        <p:txBody>
          <a:bodyPr/>
          <a:lstStyle/>
          <a:p>
            <a:fld id="{1599CD94-7BFF-42C6-81AA-C1D79CE29F44}" type="slidenum">
              <a:rPr lang="en-US" altLang="th-TH" smtClean="0"/>
              <a:pPr/>
              <a:t>46</a:t>
            </a:fld>
            <a:endParaRPr lang="en-US" altLang="th-TH"/>
          </a:p>
        </p:txBody>
      </p:sp>
    </p:spTree>
    <p:extLst>
      <p:ext uri="{BB962C8B-B14F-4D97-AF65-F5344CB8AC3E}">
        <p14:creationId xmlns:p14="http://schemas.microsoft.com/office/powerpoint/2010/main" val="315639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3BCFB-71E7-4965-ACA6-C0BB7527C8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6398F9-6563-4141-A519-9790869B2F12}"/>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BDB48C48-1BEF-4958-909D-FCBC1B269E42}"/>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01085806-9783-4D54-8235-88C0DC98B7DC}"/>
              </a:ext>
            </a:extLst>
          </p:cNvPr>
          <p:cNvSpPr>
            <a:spLocks noGrp="1"/>
          </p:cNvSpPr>
          <p:nvPr>
            <p:ph type="sldNum" sz="quarter" idx="12"/>
          </p:nvPr>
        </p:nvSpPr>
        <p:spPr/>
        <p:txBody>
          <a:bodyPr/>
          <a:lstStyle/>
          <a:p>
            <a:fld id="{1599CD94-7BFF-42C6-81AA-C1D79CE29F44}" type="slidenum">
              <a:rPr lang="en-US" altLang="th-TH" smtClean="0"/>
              <a:pPr/>
              <a:t>47</a:t>
            </a:fld>
            <a:endParaRPr lang="en-US" altLang="th-TH"/>
          </a:p>
        </p:txBody>
      </p:sp>
    </p:spTree>
    <p:extLst>
      <p:ext uri="{BB962C8B-B14F-4D97-AF65-F5344CB8AC3E}">
        <p14:creationId xmlns:p14="http://schemas.microsoft.com/office/powerpoint/2010/main" val="475633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3BCFB-71E7-4965-ACA6-C0BB7527C8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6398F9-6563-4141-A519-9790869B2F12}"/>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BDB48C48-1BEF-4958-909D-FCBC1B269E42}"/>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01085806-9783-4D54-8235-88C0DC98B7DC}"/>
              </a:ext>
            </a:extLst>
          </p:cNvPr>
          <p:cNvSpPr>
            <a:spLocks noGrp="1"/>
          </p:cNvSpPr>
          <p:nvPr>
            <p:ph type="sldNum" sz="quarter" idx="12"/>
          </p:nvPr>
        </p:nvSpPr>
        <p:spPr/>
        <p:txBody>
          <a:bodyPr/>
          <a:lstStyle/>
          <a:p>
            <a:fld id="{1599CD94-7BFF-42C6-81AA-C1D79CE29F44}" type="slidenum">
              <a:rPr lang="en-US" altLang="th-TH" smtClean="0"/>
              <a:pPr/>
              <a:t>48</a:t>
            </a:fld>
            <a:endParaRPr lang="en-US" altLang="th-TH"/>
          </a:p>
        </p:txBody>
      </p:sp>
    </p:spTree>
    <p:extLst>
      <p:ext uri="{BB962C8B-B14F-4D97-AF65-F5344CB8AC3E}">
        <p14:creationId xmlns:p14="http://schemas.microsoft.com/office/powerpoint/2010/main" val="21219662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628650" y="365127"/>
            <a:ext cx="7886700" cy="930274"/>
          </a:xfrm>
        </p:spPr>
        <p:txBody>
          <a:bodyPr/>
          <a:lstStyle/>
          <a:p>
            <a:r>
              <a:rPr lang="en-US" altLang="th-TH" dirty="0"/>
              <a:t>Example 3: Matrix multiplication</a:t>
            </a:r>
          </a:p>
        </p:txBody>
      </p:sp>
      <p:pic>
        <p:nvPicPr>
          <p:cNvPr id="344068" name="Picture 4" descr="2_3c"/>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09600" y="1295400"/>
            <a:ext cx="8305800" cy="32527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A8A4D20A-C9BC-4A2A-9492-7A09CEAA24A7}" type="slidenum">
              <a:rPr lang="en-US" altLang="th-TH"/>
              <a:pPr/>
              <a:t>49</a:t>
            </a:fld>
            <a:endParaRPr lang="en-US" altLang="th-TH"/>
          </a:p>
        </p:txBody>
      </p:sp>
      <p:sp>
        <p:nvSpPr>
          <p:cNvPr id="6" name="TextBox 3"/>
          <p:cNvSpPr txBox="1">
            <a:spLocks noChangeArrowheads="1"/>
          </p:cNvSpPr>
          <p:nvPr/>
        </p:nvSpPr>
        <p:spPr bwMode="auto">
          <a:xfrm>
            <a:off x="1676400" y="4572000"/>
            <a:ext cx="6553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l"/>
            <a:r>
              <a:rPr lang="en-US" altLang="th-TH" baseline="-25000" dirty="0"/>
              <a:t>                  n-1 </a:t>
            </a:r>
            <a:r>
              <a:rPr lang="en-US" altLang="th-TH" baseline="-25000" dirty="0" err="1"/>
              <a:t>n-1</a:t>
            </a:r>
            <a:r>
              <a:rPr lang="en-US" altLang="th-TH" baseline="-25000" dirty="0"/>
              <a:t>  </a:t>
            </a:r>
            <a:r>
              <a:rPr lang="en-US" altLang="th-TH" baseline="-25000" dirty="0" err="1"/>
              <a:t>n-1</a:t>
            </a:r>
            <a:r>
              <a:rPr lang="en-US" altLang="th-TH" baseline="-25000" dirty="0"/>
              <a:t>             </a:t>
            </a:r>
            <a:r>
              <a:rPr lang="en-US" altLang="th-TH" baseline="-25000" dirty="0" err="1"/>
              <a:t>n-1</a:t>
            </a:r>
            <a:r>
              <a:rPr lang="en-US" altLang="th-TH" baseline="-25000" dirty="0"/>
              <a:t> </a:t>
            </a:r>
            <a:r>
              <a:rPr lang="en-US" altLang="th-TH" baseline="-25000" dirty="0" err="1"/>
              <a:t>n-1</a:t>
            </a:r>
            <a:r>
              <a:rPr lang="en-US" altLang="th-TH" baseline="-25000" dirty="0"/>
              <a:t>          </a:t>
            </a:r>
            <a:r>
              <a:rPr lang="en-US" altLang="th-TH" baseline="-25000" dirty="0" err="1"/>
              <a:t>n-1</a:t>
            </a:r>
            <a:endParaRPr lang="en-US" altLang="th-TH" dirty="0"/>
          </a:p>
          <a:p>
            <a:pPr algn="l"/>
            <a:r>
              <a:rPr lang="en-US" altLang="th-TH" dirty="0"/>
              <a:t>M(n) = ∑  ∑ ∑ 1   = ∑  ∑ n = ∑ n</a:t>
            </a:r>
            <a:r>
              <a:rPr lang="en-US" altLang="th-TH" baseline="30000" dirty="0"/>
              <a:t>2</a:t>
            </a:r>
            <a:r>
              <a:rPr lang="en-US" altLang="th-TH" dirty="0"/>
              <a:t> = n</a:t>
            </a:r>
            <a:r>
              <a:rPr lang="en-US" altLang="th-TH" baseline="30000" dirty="0"/>
              <a:t>3 </a:t>
            </a:r>
            <a:r>
              <a:rPr lang="en-US" altLang="th-TH" dirty="0">
                <a:sym typeface="Symbol" panose="05050102010706020507" pitchFamily="18" charset="2"/>
              </a:rPr>
              <a:t>  (n</a:t>
            </a:r>
            <a:r>
              <a:rPr lang="en-US" altLang="th-TH" baseline="30000" dirty="0">
                <a:sym typeface="Symbol" panose="05050102010706020507" pitchFamily="18" charset="2"/>
              </a:rPr>
              <a:t>3</a:t>
            </a:r>
            <a:r>
              <a:rPr lang="en-US" altLang="th-TH" dirty="0">
                <a:sym typeface="Symbol" panose="05050102010706020507" pitchFamily="18" charset="2"/>
              </a:rPr>
              <a:t>)</a:t>
            </a:r>
          </a:p>
          <a:p>
            <a:pPr algn="l"/>
            <a:r>
              <a:rPr lang="en-US" altLang="th-TH" dirty="0"/>
              <a:t>          </a:t>
            </a:r>
            <a:r>
              <a:rPr lang="en-US" altLang="th-TH" baseline="30000" dirty="0"/>
              <a:t>   </a:t>
            </a:r>
            <a:r>
              <a:rPr lang="en-US" altLang="th-TH" baseline="30000" dirty="0" err="1"/>
              <a:t>i</a:t>
            </a:r>
            <a:r>
              <a:rPr lang="en-US" altLang="th-TH" baseline="30000" dirty="0"/>
              <a:t>=0 j=0 k=0             </a:t>
            </a:r>
            <a:r>
              <a:rPr lang="en-US" altLang="th-TH" baseline="30000" dirty="0" err="1"/>
              <a:t>i</a:t>
            </a:r>
            <a:r>
              <a:rPr lang="en-US" altLang="th-TH" baseline="30000" dirty="0"/>
              <a:t>=0 j=0          </a:t>
            </a:r>
            <a:r>
              <a:rPr lang="en-US" altLang="th-TH" baseline="30000" dirty="0" err="1"/>
              <a:t>i</a:t>
            </a:r>
            <a:r>
              <a:rPr lang="en-US" altLang="th-TH" baseline="30000" dirty="0"/>
              <a:t>=0</a:t>
            </a:r>
          </a:p>
        </p:txBody>
      </p:sp>
      <p:sp>
        <p:nvSpPr>
          <p:cNvPr id="7" name="TextBox 6"/>
          <p:cNvSpPr txBox="1">
            <a:spLocks noChangeArrowheads="1"/>
          </p:cNvSpPr>
          <p:nvPr/>
        </p:nvSpPr>
        <p:spPr bwMode="auto">
          <a:xfrm>
            <a:off x="1371600" y="5715000"/>
            <a:ext cx="7467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th-TH" dirty="0"/>
              <a:t>M(n) = number of multiplications * size of matrix = n * n</a:t>
            </a:r>
            <a:r>
              <a:rPr lang="en-US" altLang="th-TH" baseline="30000" dirty="0"/>
              <a:t>2</a:t>
            </a:r>
            <a:endParaRPr lang="en-US" altLang="th-TH"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a:xfrm>
            <a:off x="457200" y="228600"/>
            <a:ext cx="7588250" cy="685800"/>
          </a:xfrm>
        </p:spPr>
        <p:txBody>
          <a:bodyPr/>
          <a:lstStyle/>
          <a:p>
            <a:r>
              <a:rPr lang="en-US" altLang="th-TH"/>
              <a:t>Example 4:  Gaussian elimination</a:t>
            </a:r>
          </a:p>
        </p:txBody>
      </p:sp>
      <p:sp>
        <p:nvSpPr>
          <p:cNvPr id="297987" name="Rectangle 3"/>
          <p:cNvSpPr>
            <a:spLocks noGrp="1" noChangeArrowheads="1"/>
          </p:cNvSpPr>
          <p:nvPr>
            <p:ph idx="1"/>
          </p:nvPr>
        </p:nvSpPr>
        <p:spPr>
          <a:xfrm>
            <a:off x="533400" y="1219200"/>
            <a:ext cx="8167688" cy="4905375"/>
          </a:xfrm>
        </p:spPr>
        <p:txBody>
          <a:bodyPr/>
          <a:lstStyle/>
          <a:p>
            <a:pPr marL="0" indent="0">
              <a:buFont typeface="Monotype Sorts" pitchFamily="2" charset="2"/>
              <a:buNone/>
            </a:pPr>
            <a:r>
              <a:rPr lang="en-US" altLang="th-TH"/>
              <a:t>Algorithm</a:t>
            </a:r>
            <a:r>
              <a:rPr lang="en-US" altLang="th-TH" i="1"/>
              <a:t> </a:t>
            </a:r>
            <a:r>
              <a:rPr lang="en-US" altLang="th-TH" b="0" i="1"/>
              <a:t>GaussianElimination</a:t>
            </a:r>
            <a:r>
              <a:rPr lang="en-US" altLang="th-TH" b="0"/>
              <a:t>(</a:t>
            </a:r>
            <a:r>
              <a:rPr lang="en-US" altLang="th-TH" b="0" i="1"/>
              <a:t>A</a:t>
            </a:r>
            <a:r>
              <a:rPr lang="en-US" altLang="th-TH" b="0"/>
              <a:t>[0..</a:t>
            </a:r>
            <a:r>
              <a:rPr lang="en-US" altLang="th-TH" b="0" i="1"/>
              <a:t>n</a:t>
            </a:r>
            <a:r>
              <a:rPr lang="en-US" altLang="th-TH"/>
              <a:t>-</a:t>
            </a:r>
            <a:r>
              <a:rPr lang="en-US" altLang="th-TH" b="0"/>
              <a:t>1,0..</a:t>
            </a:r>
            <a:r>
              <a:rPr lang="en-US" altLang="th-TH" b="0" i="1"/>
              <a:t>n</a:t>
            </a:r>
            <a:r>
              <a:rPr lang="en-US" altLang="th-TH" b="0"/>
              <a:t>])</a:t>
            </a:r>
          </a:p>
          <a:p>
            <a:pPr marL="0" indent="0">
              <a:buFont typeface="Monotype Sorts" pitchFamily="2" charset="2"/>
              <a:buNone/>
            </a:pPr>
            <a:r>
              <a:rPr lang="en-US" altLang="th-TH" b="0"/>
              <a:t>//Implements Gaussian elimination of an </a:t>
            </a:r>
            <a:r>
              <a:rPr lang="en-US" altLang="th-TH" b="0" i="1"/>
              <a:t>n-</a:t>
            </a:r>
            <a:r>
              <a:rPr lang="en-US" altLang="th-TH" b="0"/>
              <a:t>by</a:t>
            </a:r>
            <a:r>
              <a:rPr lang="en-US" altLang="th-TH" b="0" i="1"/>
              <a:t>-</a:t>
            </a:r>
            <a:r>
              <a:rPr lang="en-US" altLang="th-TH" b="0"/>
              <a:t>(</a:t>
            </a:r>
            <a:r>
              <a:rPr lang="en-US" altLang="th-TH" b="0" i="1"/>
              <a:t>n</a:t>
            </a:r>
            <a:r>
              <a:rPr lang="en-US" altLang="th-TH" b="0"/>
              <a:t>+1) matrix</a:t>
            </a:r>
            <a:r>
              <a:rPr lang="en-US" altLang="th-TH"/>
              <a:t> </a:t>
            </a:r>
            <a:r>
              <a:rPr lang="en-US" altLang="th-TH" i="1"/>
              <a:t>A</a:t>
            </a:r>
          </a:p>
          <a:p>
            <a:pPr marL="0" indent="0">
              <a:buFont typeface="Monotype Sorts" pitchFamily="2" charset="2"/>
              <a:buNone/>
            </a:pPr>
            <a:r>
              <a:rPr lang="en-US" altLang="th-TH"/>
              <a:t>for</a:t>
            </a:r>
            <a:r>
              <a:rPr lang="en-US" altLang="th-TH" b="0"/>
              <a:t> </a:t>
            </a:r>
            <a:r>
              <a:rPr lang="en-US" altLang="th-TH" b="0" i="1"/>
              <a:t>i</a:t>
            </a:r>
            <a:r>
              <a:rPr lang="en-US" altLang="th-TH" b="0"/>
              <a:t> </a:t>
            </a:r>
            <a:r>
              <a:rPr lang="en-US" altLang="th-TH" b="0">
                <a:sym typeface="Symbol" panose="05050102010706020507" pitchFamily="18" charset="2"/>
              </a:rPr>
              <a:t></a:t>
            </a:r>
            <a:r>
              <a:rPr lang="en-US" altLang="th-TH" b="0" i="1">
                <a:sym typeface="Symbol" panose="05050102010706020507" pitchFamily="18" charset="2"/>
              </a:rPr>
              <a:t>  </a:t>
            </a:r>
            <a:r>
              <a:rPr lang="en-US" altLang="th-TH" b="0">
                <a:sym typeface="Symbol" panose="05050102010706020507" pitchFamily="18" charset="2"/>
              </a:rPr>
              <a:t>0</a:t>
            </a:r>
            <a:r>
              <a:rPr lang="en-US" altLang="th-TH">
                <a:sym typeface="Symbol" panose="05050102010706020507" pitchFamily="18" charset="2"/>
              </a:rPr>
              <a:t> to</a:t>
            </a:r>
            <a:r>
              <a:rPr lang="en-US" altLang="th-TH" b="0">
                <a:sym typeface="Symbol" panose="05050102010706020507" pitchFamily="18" charset="2"/>
              </a:rPr>
              <a:t> </a:t>
            </a:r>
            <a:r>
              <a:rPr lang="en-US" altLang="th-TH" b="0" i="1">
                <a:sym typeface="Symbol" panose="05050102010706020507" pitchFamily="18" charset="2"/>
              </a:rPr>
              <a:t>n </a:t>
            </a:r>
            <a:r>
              <a:rPr lang="en-US" altLang="th-TH"/>
              <a:t>-</a:t>
            </a:r>
            <a:r>
              <a:rPr lang="en-US" altLang="th-TH" b="0" i="1">
                <a:sym typeface="Symbol" panose="05050102010706020507" pitchFamily="18" charset="2"/>
              </a:rPr>
              <a:t> </a:t>
            </a:r>
            <a:r>
              <a:rPr lang="en-US" altLang="th-TH" b="0">
                <a:sym typeface="Symbol" panose="05050102010706020507" pitchFamily="18" charset="2"/>
              </a:rPr>
              <a:t>2</a:t>
            </a:r>
            <a:r>
              <a:rPr lang="en-US" altLang="th-TH">
                <a:sym typeface="Symbol" panose="05050102010706020507" pitchFamily="18" charset="2"/>
              </a:rPr>
              <a:t> do</a:t>
            </a:r>
            <a:br>
              <a:rPr lang="en-US" altLang="th-TH" b="0">
                <a:sym typeface="Symbol" panose="05050102010706020507" pitchFamily="18" charset="2"/>
              </a:rPr>
            </a:br>
            <a:r>
              <a:rPr lang="en-US" altLang="th-TH" b="0">
                <a:sym typeface="Symbol" panose="05050102010706020507" pitchFamily="18" charset="2"/>
              </a:rPr>
              <a:t>      </a:t>
            </a:r>
            <a:r>
              <a:rPr lang="en-US" altLang="th-TH"/>
              <a:t>for </a:t>
            </a:r>
            <a:r>
              <a:rPr lang="en-US" altLang="th-TH" b="0" i="1"/>
              <a:t>j</a:t>
            </a:r>
            <a:r>
              <a:rPr lang="en-US" altLang="th-TH" b="0"/>
              <a:t> </a:t>
            </a:r>
            <a:r>
              <a:rPr lang="en-US" altLang="th-TH" b="0">
                <a:sym typeface="Symbol" panose="05050102010706020507" pitchFamily="18" charset="2"/>
              </a:rPr>
              <a:t></a:t>
            </a:r>
            <a:r>
              <a:rPr lang="en-US" altLang="th-TH" b="0" i="1">
                <a:sym typeface="Symbol" panose="05050102010706020507" pitchFamily="18" charset="2"/>
              </a:rPr>
              <a:t>  </a:t>
            </a:r>
            <a:r>
              <a:rPr lang="en-US" altLang="th-TH" b="0" i="1"/>
              <a:t>i </a:t>
            </a:r>
            <a:r>
              <a:rPr lang="en-US" altLang="th-TH" b="0"/>
              <a:t>+ 1</a:t>
            </a:r>
            <a:r>
              <a:rPr lang="en-US" altLang="th-TH">
                <a:sym typeface="Symbol" panose="05050102010706020507" pitchFamily="18" charset="2"/>
              </a:rPr>
              <a:t> to </a:t>
            </a:r>
            <a:r>
              <a:rPr lang="en-US" altLang="th-TH" b="0" i="1">
                <a:sym typeface="Symbol" panose="05050102010706020507" pitchFamily="18" charset="2"/>
              </a:rPr>
              <a:t>n </a:t>
            </a:r>
            <a:r>
              <a:rPr lang="en-US" altLang="th-TH"/>
              <a:t>-</a:t>
            </a:r>
            <a:r>
              <a:rPr lang="en-US" altLang="th-TH" b="0"/>
              <a:t> </a:t>
            </a:r>
            <a:r>
              <a:rPr lang="en-US" altLang="th-TH" b="0">
                <a:sym typeface="Symbol" panose="05050102010706020507" pitchFamily="18" charset="2"/>
              </a:rPr>
              <a:t>1</a:t>
            </a:r>
            <a:r>
              <a:rPr lang="en-US" altLang="th-TH">
                <a:sym typeface="Symbol" panose="05050102010706020507" pitchFamily="18" charset="2"/>
              </a:rPr>
              <a:t> do </a:t>
            </a:r>
            <a:br>
              <a:rPr lang="en-US" altLang="th-TH" b="0">
                <a:sym typeface="Symbol" panose="05050102010706020507" pitchFamily="18" charset="2"/>
              </a:rPr>
            </a:br>
            <a:r>
              <a:rPr lang="en-US" altLang="th-TH" b="0">
                <a:sym typeface="Symbol" panose="05050102010706020507" pitchFamily="18" charset="2"/>
              </a:rPr>
              <a:t>            </a:t>
            </a:r>
            <a:r>
              <a:rPr lang="en-US" altLang="th-TH"/>
              <a:t>for</a:t>
            </a:r>
            <a:r>
              <a:rPr lang="en-US" altLang="th-TH" b="0"/>
              <a:t> </a:t>
            </a:r>
            <a:r>
              <a:rPr lang="en-US" altLang="th-TH" b="0" i="1"/>
              <a:t>k</a:t>
            </a:r>
            <a:r>
              <a:rPr lang="en-US" altLang="th-TH" b="0"/>
              <a:t> </a:t>
            </a:r>
            <a:r>
              <a:rPr lang="en-US" altLang="th-TH" b="0">
                <a:sym typeface="Symbol" panose="05050102010706020507" pitchFamily="18" charset="2"/>
              </a:rPr>
              <a:t></a:t>
            </a:r>
            <a:r>
              <a:rPr lang="en-US" altLang="th-TH" b="0" i="1">
                <a:sym typeface="Symbol" panose="05050102010706020507" pitchFamily="18" charset="2"/>
              </a:rPr>
              <a:t>  </a:t>
            </a:r>
            <a:r>
              <a:rPr lang="en-US" altLang="th-TH" b="0" i="1"/>
              <a:t>i</a:t>
            </a:r>
            <a:r>
              <a:rPr lang="en-US" altLang="th-TH">
                <a:sym typeface="Symbol" panose="05050102010706020507" pitchFamily="18" charset="2"/>
              </a:rPr>
              <a:t> to</a:t>
            </a:r>
            <a:r>
              <a:rPr lang="en-US" altLang="th-TH" b="0">
                <a:sym typeface="Symbol" panose="05050102010706020507" pitchFamily="18" charset="2"/>
              </a:rPr>
              <a:t> </a:t>
            </a:r>
            <a:r>
              <a:rPr lang="en-US" altLang="th-TH" b="0" i="1">
                <a:sym typeface="Symbol" panose="05050102010706020507" pitchFamily="18" charset="2"/>
              </a:rPr>
              <a:t>n </a:t>
            </a:r>
            <a:r>
              <a:rPr lang="en-US" altLang="th-TH">
                <a:sym typeface="Symbol" panose="05050102010706020507" pitchFamily="18" charset="2"/>
              </a:rPr>
              <a:t>do</a:t>
            </a:r>
          </a:p>
          <a:p>
            <a:pPr marL="0" indent="0">
              <a:buFont typeface="Monotype Sorts" pitchFamily="2" charset="2"/>
              <a:buNone/>
            </a:pPr>
            <a:r>
              <a:rPr lang="en-US" altLang="th-TH" b="0">
                <a:sym typeface="Symbol" panose="05050102010706020507" pitchFamily="18" charset="2"/>
              </a:rPr>
              <a:t>                 </a:t>
            </a:r>
            <a:r>
              <a:rPr lang="en-US" altLang="th-TH" b="0" i="1">
                <a:sym typeface="Symbol" panose="05050102010706020507" pitchFamily="18" charset="2"/>
              </a:rPr>
              <a:t>A</a:t>
            </a:r>
            <a:r>
              <a:rPr lang="en-US" altLang="th-TH" b="0">
                <a:sym typeface="Symbol" panose="05050102010706020507" pitchFamily="18" charset="2"/>
              </a:rPr>
              <a:t>[</a:t>
            </a:r>
            <a:r>
              <a:rPr lang="en-US" altLang="th-TH" b="0" i="1">
                <a:sym typeface="Symbol" panose="05050102010706020507" pitchFamily="18" charset="2"/>
              </a:rPr>
              <a:t>j</a:t>
            </a:r>
            <a:r>
              <a:rPr lang="en-US" altLang="th-TH" b="0">
                <a:sym typeface="Symbol" panose="05050102010706020507" pitchFamily="18" charset="2"/>
              </a:rPr>
              <a:t>,</a:t>
            </a:r>
            <a:r>
              <a:rPr lang="en-US" altLang="th-TH" b="0" i="1">
                <a:sym typeface="Symbol" panose="05050102010706020507" pitchFamily="18" charset="2"/>
              </a:rPr>
              <a:t>k</a:t>
            </a:r>
            <a:r>
              <a:rPr lang="en-US" altLang="th-TH" b="0">
                <a:sym typeface="Symbol" panose="05050102010706020507" pitchFamily="18" charset="2"/>
              </a:rPr>
              <a:t>] </a:t>
            </a:r>
            <a:r>
              <a:rPr lang="en-US" altLang="th-TH" b="0" i="1">
                <a:sym typeface="Symbol" panose="05050102010706020507" pitchFamily="18" charset="2"/>
              </a:rPr>
              <a:t> A</a:t>
            </a:r>
            <a:r>
              <a:rPr lang="en-US" altLang="th-TH" b="0">
                <a:sym typeface="Symbol" panose="05050102010706020507" pitchFamily="18" charset="2"/>
              </a:rPr>
              <a:t>[</a:t>
            </a:r>
            <a:r>
              <a:rPr lang="en-US" altLang="th-TH" b="0" i="1">
                <a:sym typeface="Symbol" panose="05050102010706020507" pitchFamily="18" charset="2"/>
              </a:rPr>
              <a:t>j</a:t>
            </a:r>
            <a:r>
              <a:rPr lang="en-US" altLang="th-TH" b="0">
                <a:sym typeface="Symbol" panose="05050102010706020507" pitchFamily="18" charset="2"/>
              </a:rPr>
              <a:t>,</a:t>
            </a:r>
            <a:r>
              <a:rPr lang="en-US" altLang="th-TH" b="0" i="1">
                <a:sym typeface="Symbol" panose="05050102010706020507" pitchFamily="18" charset="2"/>
              </a:rPr>
              <a:t>k</a:t>
            </a:r>
            <a:r>
              <a:rPr lang="en-US" altLang="th-TH" b="0">
                <a:sym typeface="Symbol" panose="05050102010706020507" pitchFamily="18" charset="2"/>
              </a:rPr>
              <a:t>] </a:t>
            </a:r>
            <a:r>
              <a:rPr lang="en-US" altLang="th-TH"/>
              <a:t>-</a:t>
            </a:r>
            <a:r>
              <a:rPr lang="en-US" altLang="th-TH" b="0">
                <a:sym typeface="Symbol" panose="05050102010706020507" pitchFamily="18" charset="2"/>
              </a:rPr>
              <a:t> </a:t>
            </a:r>
            <a:r>
              <a:rPr lang="en-US" altLang="th-TH" b="0" i="1"/>
              <a:t>A</a:t>
            </a:r>
            <a:r>
              <a:rPr lang="en-US" altLang="th-TH" b="0"/>
              <a:t>[</a:t>
            </a:r>
            <a:r>
              <a:rPr lang="en-US" altLang="th-TH" b="0" i="1"/>
              <a:t>i</a:t>
            </a:r>
            <a:r>
              <a:rPr lang="en-US" altLang="th-TH" b="0"/>
              <a:t>,</a:t>
            </a:r>
            <a:r>
              <a:rPr lang="en-US" altLang="th-TH" b="0" i="1"/>
              <a:t>k</a:t>
            </a:r>
            <a:r>
              <a:rPr lang="en-US" altLang="th-TH" b="0"/>
              <a:t>] </a:t>
            </a:r>
            <a:r>
              <a:rPr lang="en-US" altLang="th-TH" b="0">
                <a:sym typeface="Symbol" panose="05050102010706020507" pitchFamily="18" charset="2"/>
              </a:rPr>
              <a:t></a:t>
            </a:r>
            <a:r>
              <a:rPr lang="en-US" altLang="th-TH" b="0"/>
              <a:t> </a:t>
            </a:r>
            <a:r>
              <a:rPr lang="en-US" altLang="th-TH" b="0" i="1">
                <a:sym typeface="Symbol" panose="05050102010706020507" pitchFamily="18" charset="2"/>
              </a:rPr>
              <a:t>A</a:t>
            </a:r>
            <a:r>
              <a:rPr lang="en-US" altLang="th-TH" b="0">
                <a:sym typeface="Symbol" panose="05050102010706020507" pitchFamily="18" charset="2"/>
              </a:rPr>
              <a:t>[</a:t>
            </a:r>
            <a:r>
              <a:rPr lang="en-US" altLang="th-TH" b="0" i="1">
                <a:sym typeface="Symbol" panose="05050102010706020507" pitchFamily="18" charset="2"/>
              </a:rPr>
              <a:t>j</a:t>
            </a:r>
            <a:r>
              <a:rPr lang="en-US" altLang="th-TH" b="0">
                <a:sym typeface="Symbol" panose="05050102010706020507" pitchFamily="18" charset="2"/>
              </a:rPr>
              <a:t>,</a:t>
            </a:r>
            <a:r>
              <a:rPr lang="en-US" altLang="th-TH" b="0" i="1">
                <a:sym typeface="Symbol" panose="05050102010706020507" pitchFamily="18" charset="2"/>
              </a:rPr>
              <a:t>i</a:t>
            </a:r>
            <a:r>
              <a:rPr lang="en-US" altLang="th-TH" b="0">
                <a:sym typeface="Symbol" panose="05050102010706020507" pitchFamily="18" charset="2"/>
              </a:rPr>
              <a:t>] / </a:t>
            </a:r>
            <a:r>
              <a:rPr lang="en-US" altLang="th-TH" b="0" i="1"/>
              <a:t>A</a:t>
            </a:r>
            <a:r>
              <a:rPr lang="en-US" altLang="th-TH" b="0"/>
              <a:t>[</a:t>
            </a:r>
            <a:r>
              <a:rPr lang="en-US" altLang="th-TH" b="0" i="1"/>
              <a:t>i</a:t>
            </a:r>
            <a:r>
              <a:rPr lang="en-US" altLang="th-TH" b="0"/>
              <a:t>,</a:t>
            </a:r>
            <a:r>
              <a:rPr lang="en-US" altLang="th-TH" b="0" i="1"/>
              <a:t>i</a:t>
            </a:r>
            <a:r>
              <a:rPr lang="en-US" altLang="th-TH" b="0"/>
              <a:t>]</a:t>
            </a:r>
          </a:p>
          <a:p>
            <a:pPr marL="0" indent="0">
              <a:buFont typeface="Monotype Sorts" pitchFamily="2" charset="2"/>
              <a:buNone/>
            </a:pPr>
            <a:endParaRPr lang="en-US" altLang="th-TH"/>
          </a:p>
          <a:p>
            <a:pPr marL="0" indent="0">
              <a:buFont typeface="Monotype Sorts" pitchFamily="2" charset="2"/>
              <a:buNone/>
            </a:pPr>
            <a:r>
              <a:rPr lang="en-US" altLang="th-TH"/>
              <a:t>Find the efficiency class and a constant factor improvement.</a:t>
            </a:r>
            <a:endParaRPr lang="en-US" altLang="th-TH" b="0"/>
          </a:p>
          <a:p>
            <a:pPr marL="0" indent="0">
              <a:buFont typeface="Monotype Sorts" pitchFamily="2" charset="2"/>
              <a:buNone/>
            </a:pPr>
            <a:endParaRPr lang="en-US" altLang="th-TH"/>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584985F2-686E-415C-A77F-DFDA294DDD5C}" type="slidenum">
              <a:rPr lang="en-US" altLang="th-TH"/>
              <a:pPr/>
              <a:t>50</a:t>
            </a:fld>
            <a:endParaRPr lang="en-US" altLang="th-TH"/>
          </a:p>
        </p:txBody>
      </p:sp>
      <p:sp>
        <p:nvSpPr>
          <p:cNvPr id="6" name="TextBox 3"/>
          <p:cNvSpPr txBox="1">
            <a:spLocks noChangeArrowheads="1"/>
          </p:cNvSpPr>
          <p:nvPr/>
        </p:nvSpPr>
        <p:spPr bwMode="auto">
          <a:xfrm>
            <a:off x="2110572" y="4800600"/>
            <a:ext cx="4953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l"/>
            <a:r>
              <a:rPr lang="en-US" altLang="th-TH" baseline="-25000" dirty="0"/>
              <a:t>                   n-2  n-1     n</a:t>
            </a:r>
            <a:endParaRPr lang="en-US" altLang="th-TH" dirty="0"/>
          </a:p>
          <a:p>
            <a:pPr algn="l"/>
            <a:r>
              <a:rPr lang="en-US" altLang="th-TH" dirty="0"/>
              <a:t>M(n) = ∑  ∑   ∑ 1   =  ?</a:t>
            </a:r>
            <a:endParaRPr lang="en-US" altLang="th-TH" dirty="0">
              <a:sym typeface="Symbol" panose="05050102010706020507" pitchFamily="18" charset="2"/>
            </a:endParaRPr>
          </a:p>
          <a:p>
            <a:pPr algn="l"/>
            <a:r>
              <a:rPr lang="en-US" altLang="th-TH" dirty="0"/>
              <a:t>          </a:t>
            </a:r>
            <a:r>
              <a:rPr lang="en-US" altLang="th-TH" baseline="30000" dirty="0"/>
              <a:t>   </a:t>
            </a:r>
            <a:r>
              <a:rPr lang="en-US" altLang="th-TH" baseline="30000" dirty="0" err="1"/>
              <a:t>i</a:t>
            </a:r>
            <a:r>
              <a:rPr lang="en-US" altLang="th-TH" baseline="30000" dirty="0"/>
              <a:t>=0  j=i+1 k=</a:t>
            </a:r>
            <a:r>
              <a:rPr lang="en-US" altLang="th-TH" baseline="30000" dirty="0" err="1"/>
              <a:t>i</a:t>
            </a:r>
            <a:endParaRPr lang="en-US" altLang="th-TH" baseline="30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Rectangle 2"/>
          <p:cNvSpPr>
            <a:spLocks noGrp="1" noChangeArrowheads="1"/>
          </p:cNvSpPr>
          <p:nvPr>
            <p:ph type="title"/>
          </p:nvPr>
        </p:nvSpPr>
        <p:spPr/>
        <p:txBody>
          <a:bodyPr/>
          <a:lstStyle/>
          <a:p>
            <a:r>
              <a:rPr lang="en-US" altLang="th-TH"/>
              <a:t>Example 5: Counting binary digits  </a:t>
            </a:r>
          </a:p>
        </p:txBody>
      </p:sp>
      <p:sp>
        <p:nvSpPr>
          <p:cNvPr id="350211" name="Rectangle 3"/>
          <p:cNvSpPr>
            <a:spLocks noGrp="1" noChangeArrowheads="1"/>
          </p:cNvSpPr>
          <p:nvPr>
            <p:ph type="body" sz="half" idx="1"/>
          </p:nvPr>
        </p:nvSpPr>
        <p:spPr>
          <a:xfrm>
            <a:off x="609600" y="1266825"/>
            <a:ext cx="8382000" cy="4905375"/>
          </a:xfrm>
        </p:spPr>
        <p:txBody>
          <a:bodyPr/>
          <a:lstStyle/>
          <a:p>
            <a:pPr marL="0" indent="0">
              <a:buFont typeface="Monotype Sorts" pitchFamily="2" charset="2"/>
              <a:buNone/>
            </a:pPr>
            <a:endParaRPr lang="en-US" altLang="th-TH" sz="2000" b="0" i="1"/>
          </a:p>
          <a:p>
            <a:pPr marL="0" indent="0">
              <a:buFont typeface="Monotype Sorts" pitchFamily="2" charset="2"/>
              <a:buNone/>
            </a:pPr>
            <a:endParaRPr lang="en-US" altLang="th-TH" sz="2000"/>
          </a:p>
          <a:p>
            <a:pPr marL="0" indent="0">
              <a:buFont typeface="Monotype Sorts" pitchFamily="2" charset="2"/>
              <a:buNone/>
            </a:pPr>
            <a:endParaRPr lang="en-US" altLang="th-TH" sz="2000"/>
          </a:p>
          <a:p>
            <a:pPr marL="0" indent="0">
              <a:buFont typeface="Monotype Sorts" pitchFamily="2" charset="2"/>
              <a:buNone/>
            </a:pPr>
            <a:endParaRPr lang="en-US" altLang="th-TH" sz="2000"/>
          </a:p>
          <a:p>
            <a:pPr marL="0" indent="0">
              <a:buFont typeface="Monotype Sorts" pitchFamily="2" charset="2"/>
              <a:buNone/>
            </a:pPr>
            <a:endParaRPr lang="en-US" altLang="th-TH" sz="2000"/>
          </a:p>
          <a:p>
            <a:pPr marL="0" indent="0">
              <a:buFont typeface="Monotype Sorts" pitchFamily="2" charset="2"/>
              <a:buNone/>
            </a:pPr>
            <a:endParaRPr lang="en-US" altLang="th-TH" sz="2000"/>
          </a:p>
          <a:p>
            <a:pPr marL="0" indent="0">
              <a:buFont typeface="Monotype Sorts" pitchFamily="2" charset="2"/>
              <a:buNone/>
            </a:pPr>
            <a:endParaRPr lang="en-US" altLang="th-TH" sz="2000"/>
          </a:p>
          <a:p>
            <a:pPr marL="0" indent="0">
              <a:buFont typeface="Monotype Sorts" pitchFamily="2" charset="2"/>
              <a:buNone/>
            </a:pPr>
            <a:endParaRPr lang="en-US" altLang="th-TH" sz="2000"/>
          </a:p>
          <a:p>
            <a:pPr marL="0" indent="0">
              <a:buFont typeface="Monotype Sorts" pitchFamily="2" charset="2"/>
              <a:buNone/>
            </a:pPr>
            <a:endParaRPr lang="en-US" altLang="th-TH" sz="2000"/>
          </a:p>
          <a:p>
            <a:pPr marL="0" indent="0">
              <a:buFont typeface="Monotype Sorts" pitchFamily="2" charset="2"/>
              <a:buNone/>
            </a:pPr>
            <a:r>
              <a:rPr lang="en-US" altLang="th-TH"/>
              <a:t>It cannot be investigated the way the previous examples are.</a:t>
            </a:r>
            <a:r>
              <a:rPr lang="en-US" altLang="th-TH" sz="2000" b="0"/>
              <a:t> </a:t>
            </a:r>
          </a:p>
        </p:txBody>
      </p:sp>
      <p:pic>
        <p:nvPicPr>
          <p:cNvPr id="350212" name="Picture 4" descr="2_3d"/>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09600" y="1295400"/>
            <a:ext cx="8382000" cy="29559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5"/>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6" name="Slide Number Placeholder 6"/>
          <p:cNvSpPr>
            <a:spLocks noGrp="1"/>
          </p:cNvSpPr>
          <p:nvPr>
            <p:ph type="sldNum" sz="quarter" idx="12"/>
          </p:nvPr>
        </p:nvSpPr>
        <p:spPr/>
        <p:txBody>
          <a:bodyPr/>
          <a:lstStyle/>
          <a:p>
            <a:fld id="{2A11F9B3-1765-465A-AE2D-60450A197EF0}" type="slidenum">
              <a:rPr lang="en-US" altLang="th-TH"/>
              <a:pPr/>
              <a:t>51</a:t>
            </a:fld>
            <a:endParaRPr lang="en-US" altLang="th-TH"/>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a:xfrm>
            <a:off x="457200" y="152400"/>
            <a:ext cx="8686800" cy="609600"/>
          </a:xfrm>
        </p:spPr>
        <p:txBody>
          <a:bodyPr/>
          <a:lstStyle/>
          <a:p>
            <a:r>
              <a:rPr lang="en-US" altLang="th-TH"/>
              <a:t>Plan for Analysis of Recursive Algorithms</a:t>
            </a:r>
          </a:p>
        </p:txBody>
      </p:sp>
      <p:sp>
        <p:nvSpPr>
          <p:cNvPr id="309251" name="Rectangle 3"/>
          <p:cNvSpPr>
            <a:spLocks noGrp="1" noChangeArrowheads="1"/>
          </p:cNvSpPr>
          <p:nvPr>
            <p:ph idx="1"/>
          </p:nvPr>
        </p:nvSpPr>
        <p:spPr>
          <a:xfrm>
            <a:off x="609600" y="1266825"/>
            <a:ext cx="8534400" cy="4905375"/>
          </a:xfrm>
        </p:spPr>
        <p:txBody>
          <a:bodyPr/>
          <a:lstStyle/>
          <a:p>
            <a:pPr>
              <a:lnSpc>
                <a:spcPct val="80000"/>
              </a:lnSpc>
            </a:pPr>
            <a:r>
              <a:rPr lang="en-US" altLang="th-TH"/>
              <a:t>Decide on  a parameter indicating an input’s size.</a:t>
            </a:r>
            <a:br>
              <a:rPr lang="en-US" altLang="th-TH"/>
            </a:br>
            <a:endParaRPr lang="en-US" altLang="th-TH"/>
          </a:p>
          <a:p>
            <a:pPr>
              <a:lnSpc>
                <a:spcPct val="80000"/>
              </a:lnSpc>
            </a:pPr>
            <a:r>
              <a:rPr lang="en-US" altLang="th-TH"/>
              <a:t>Identify the algorithm’s basic operation. </a:t>
            </a:r>
            <a:br>
              <a:rPr lang="en-US" altLang="th-TH"/>
            </a:br>
            <a:endParaRPr lang="en-US" altLang="th-TH"/>
          </a:p>
          <a:p>
            <a:pPr>
              <a:lnSpc>
                <a:spcPct val="80000"/>
              </a:lnSpc>
            </a:pPr>
            <a:r>
              <a:rPr lang="en-US" altLang="th-TH"/>
              <a:t>Check whether the number of times the basic op. is executed may vary on different inputs of the same size.  (If it may, the worst, average, and best cases must be investigated separately.)</a:t>
            </a:r>
            <a:br>
              <a:rPr lang="en-US" altLang="th-TH"/>
            </a:br>
            <a:endParaRPr lang="en-US" altLang="th-TH"/>
          </a:p>
          <a:p>
            <a:pPr>
              <a:lnSpc>
                <a:spcPct val="80000"/>
              </a:lnSpc>
            </a:pPr>
            <a:r>
              <a:rPr lang="en-US" altLang="th-TH"/>
              <a:t>Set up a recurrence relation with an appropriate initial condition expressing the number of times the basic op. is executed.</a:t>
            </a:r>
            <a:br>
              <a:rPr lang="en-US" altLang="th-TH"/>
            </a:br>
            <a:endParaRPr lang="en-US" altLang="th-TH"/>
          </a:p>
          <a:p>
            <a:pPr>
              <a:lnSpc>
                <a:spcPct val="80000"/>
              </a:lnSpc>
            </a:pPr>
            <a:r>
              <a:rPr lang="en-US" altLang="th-TH"/>
              <a:t>Solve the recurrence (or, at the very least, establish its solution’s order of growth) by backward substitutions or another method.</a:t>
            </a: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027F502C-613E-4544-AEB9-9A841517952B}" type="slidenum">
              <a:rPr lang="en-US" altLang="th-TH"/>
              <a:pPr/>
              <a:t>52</a:t>
            </a:fld>
            <a:endParaRPr lang="en-US" altLang="th-TH"/>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a:xfrm>
            <a:off x="609600" y="228600"/>
            <a:ext cx="8305800" cy="685800"/>
          </a:xfrm>
        </p:spPr>
        <p:txBody>
          <a:bodyPr/>
          <a:lstStyle/>
          <a:p>
            <a:r>
              <a:rPr lang="en-US" altLang="th-TH"/>
              <a:t>Example 1: Recursive evaluation of </a:t>
            </a:r>
            <a:r>
              <a:rPr lang="en-US" altLang="th-TH" i="1"/>
              <a:t>n</a:t>
            </a:r>
            <a:r>
              <a:rPr lang="en-US" altLang="th-TH"/>
              <a:t>!</a:t>
            </a:r>
          </a:p>
        </p:txBody>
      </p:sp>
      <p:sp>
        <p:nvSpPr>
          <p:cNvPr id="352259" name="Rectangle 3"/>
          <p:cNvSpPr>
            <a:spLocks noGrp="1" noChangeArrowheads="1"/>
          </p:cNvSpPr>
          <p:nvPr>
            <p:ph type="body" sz="half" idx="1"/>
          </p:nvPr>
        </p:nvSpPr>
        <p:spPr>
          <a:xfrm>
            <a:off x="609600" y="1266825"/>
            <a:ext cx="8534400" cy="5286375"/>
          </a:xfrm>
        </p:spPr>
        <p:txBody>
          <a:bodyPr>
            <a:normAutofit lnSpcReduction="10000"/>
          </a:bodyPr>
          <a:lstStyle/>
          <a:p>
            <a:pPr>
              <a:lnSpc>
                <a:spcPct val="80000"/>
              </a:lnSpc>
              <a:buFont typeface="Monotype Sorts" pitchFamily="2" charset="2"/>
              <a:buNone/>
            </a:pPr>
            <a:r>
              <a:rPr lang="en-US" altLang="th-TH"/>
              <a:t>Definition:</a:t>
            </a:r>
            <a:r>
              <a:rPr lang="en-US" altLang="th-TH" i="1"/>
              <a:t> n </a:t>
            </a:r>
            <a:r>
              <a:rPr lang="en-US" altLang="th-TH"/>
              <a:t>! = 1 </a:t>
            </a:r>
            <a:r>
              <a:rPr lang="en-US" altLang="th-TH" b="0">
                <a:sym typeface="Symbol" panose="05050102010706020507" pitchFamily="18" charset="2"/>
              </a:rPr>
              <a:t></a:t>
            </a:r>
            <a:r>
              <a:rPr lang="en-US" altLang="th-TH"/>
              <a:t> 2 </a:t>
            </a:r>
            <a:r>
              <a:rPr lang="en-US" altLang="th-TH" b="0">
                <a:sym typeface="Symbol" panose="05050102010706020507" pitchFamily="18" charset="2"/>
              </a:rPr>
              <a:t></a:t>
            </a:r>
            <a:r>
              <a:rPr lang="en-US" altLang="th-TH" i="1"/>
              <a:t> </a:t>
            </a:r>
            <a:r>
              <a:rPr lang="en-US" altLang="th-TH">
                <a:cs typeface="Times New Roman" panose="02020603050405020304" pitchFamily="18" charset="0"/>
                <a:sym typeface="Symbol" panose="05050102010706020507" pitchFamily="18" charset="2"/>
              </a:rPr>
              <a:t>…</a:t>
            </a:r>
            <a:r>
              <a:rPr lang="en-US" altLang="th-TH" i="1"/>
              <a:t> </a:t>
            </a:r>
            <a:r>
              <a:rPr lang="en-US" altLang="th-TH" b="0">
                <a:sym typeface="Symbol" panose="05050102010706020507" pitchFamily="18" charset="2"/>
              </a:rPr>
              <a:t> </a:t>
            </a:r>
            <a:r>
              <a:rPr lang="en-US" altLang="th-TH"/>
              <a:t>(</a:t>
            </a:r>
            <a:r>
              <a:rPr lang="en-US" altLang="th-TH" i="1"/>
              <a:t>n-</a:t>
            </a:r>
            <a:r>
              <a:rPr lang="en-US" altLang="th-TH"/>
              <a:t>1) </a:t>
            </a:r>
            <a:r>
              <a:rPr lang="en-US" altLang="th-TH" b="0">
                <a:sym typeface="Symbol" panose="05050102010706020507" pitchFamily="18" charset="2"/>
              </a:rPr>
              <a:t></a:t>
            </a:r>
            <a:r>
              <a:rPr lang="en-US" altLang="th-TH"/>
              <a:t> </a:t>
            </a:r>
            <a:r>
              <a:rPr lang="en-US" altLang="th-TH" i="1"/>
              <a:t>n</a:t>
            </a:r>
            <a:r>
              <a:rPr lang="en-US" altLang="th-TH"/>
              <a:t>  for </a:t>
            </a:r>
            <a:r>
              <a:rPr lang="en-US" altLang="th-TH" i="1"/>
              <a:t>n </a:t>
            </a:r>
            <a:r>
              <a:rPr lang="en-US" altLang="th-TH" i="1">
                <a:cs typeface="Times New Roman" panose="02020603050405020304" pitchFamily="18" charset="0"/>
              </a:rPr>
              <a:t>≥ </a:t>
            </a:r>
            <a:r>
              <a:rPr lang="en-US" altLang="th-TH">
                <a:cs typeface="Times New Roman" panose="02020603050405020304" pitchFamily="18" charset="0"/>
              </a:rPr>
              <a:t>1  and  0! = 1</a:t>
            </a:r>
          </a:p>
          <a:p>
            <a:pPr>
              <a:lnSpc>
                <a:spcPct val="80000"/>
              </a:lnSpc>
            </a:pPr>
            <a:endParaRPr lang="en-US" altLang="th-TH" u="sng"/>
          </a:p>
          <a:p>
            <a:pPr>
              <a:lnSpc>
                <a:spcPct val="80000"/>
              </a:lnSpc>
              <a:buFont typeface="Monotype Sorts" pitchFamily="2" charset="2"/>
              <a:buNone/>
            </a:pPr>
            <a:r>
              <a:rPr lang="en-US" altLang="th-TH"/>
              <a:t>Recursive definition of </a:t>
            </a:r>
            <a:r>
              <a:rPr lang="en-US" altLang="th-TH" i="1"/>
              <a:t>n</a:t>
            </a:r>
            <a:r>
              <a:rPr lang="en-US" altLang="th-TH"/>
              <a:t>!:  </a:t>
            </a:r>
            <a:r>
              <a:rPr lang="en-US" altLang="th-TH" i="1"/>
              <a:t>F</a:t>
            </a:r>
            <a:r>
              <a:rPr lang="en-US" altLang="th-TH"/>
              <a:t>(</a:t>
            </a:r>
            <a:r>
              <a:rPr lang="en-US" altLang="th-TH" i="1"/>
              <a:t>n</a:t>
            </a:r>
            <a:r>
              <a:rPr lang="en-US" altLang="th-TH"/>
              <a:t>) = </a:t>
            </a:r>
            <a:r>
              <a:rPr lang="en-US" altLang="th-TH" i="1"/>
              <a:t>F</a:t>
            </a:r>
            <a:r>
              <a:rPr lang="en-US" altLang="th-TH"/>
              <a:t>(</a:t>
            </a:r>
            <a:r>
              <a:rPr lang="en-US" altLang="th-TH" i="1"/>
              <a:t>n-</a:t>
            </a:r>
            <a:r>
              <a:rPr lang="en-US" altLang="th-TH"/>
              <a:t>1) </a:t>
            </a:r>
            <a:r>
              <a:rPr lang="en-US" altLang="th-TH" b="0">
                <a:sym typeface="Symbol" panose="05050102010706020507" pitchFamily="18" charset="2"/>
              </a:rPr>
              <a:t></a:t>
            </a:r>
            <a:r>
              <a:rPr lang="en-US" altLang="th-TH"/>
              <a:t> </a:t>
            </a:r>
            <a:r>
              <a:rPr lang="en-US" altLang="th-TH" i="1"/>
              <a:t>n</a:t>
            </a:r>
            <a:r>
              <a:rPr lang="en-US" altLang="th-TH"/>
              <a:t>  for </a:t>
            </a:r>
            <a:r>
              <a:rPr lang="en-US" altLang="th-TH" i="1"/>
              <a:t>n </a:t>
            </a:r>
            <a:r>
              <a:rPr lang="en-US" altLang="th-TH" i="1">
                <a:cs typeface="Times New Roman" panose="02020603050405020304" pitchFamily="18" charset="0"/>
              </a:rPr>
              <a:t>≥ </a:t>
            </a:r>
            <a:r>
              <a:rPr lang="en-US" altLang="th-TH">
                <a:cs typeface="Times New Roman" panose="02020603050405020304" pitchFamily="18" charset="0"/>
              </a:rPr>
              <a:t>1  and  </a:t>
            </a:r>
          </a:p>
          <a:p>
            <a:pPr>
              <a:lnSpc>
                <a:spcPct val="80000"/>
              </a:lnSpc>
              <a:buFont typeface="Monotype Sorts" pitchFamily="2" charset="2"/>
              <a:buNone/>
            </a:pPr>
            <a:r>
              <a:rPr lang="en-US" altLang="th-TH">
                <a:cs typeface="Times New Roman" panose="02020603050405020304" pitchFamily="18" charset="0"/>
              </a:rPr>
              <a:t>                                               </a:t>
            </a:r>
            <a:r>
              <a:rPr lang="en-US" altLang="th-TH" i="1"/>
              <a:t>F</a:t>
            </a:r>
            <a:r>
              <a:rPr lang="en-US" altLang="th-TH"/>
              <a:t>(</a:t>
            </a:r>
            <a:r>
              <a:rPr lang="en-US" altLang="th-TH">
                <a:cs typeface="Times New Roman" panose="02020603050405020304" pitchFamily="18" charset="0"/>
              </a:rPr>
              <a:t>0) = 1</a:t>
            </a:r>
            <a:endParaRPr lang="en-US" altLang="th-TH" u="sng"/>
          </a:p>
          <a:p>
            <a:pPr>
              <a:lnSpc>
                <a:spcPct val="80000"/>
              </a:lnSpc>
              <a:buFont typeface="Monotype Sorts" pitchFamily="2" charset="2"/>
              <a:buNone/>
            </a:pPr>
            <a:endParaRPr lang="en-US" altLang="th-TH" sz="2000" b="0"/>
          </a:p>
          <a:p>
            <a:pPr lvl="1">
              <a:lnSpc>
                <a:spcPct val="80000"/>
              </a:lnSpc>
              <a:buFontTx/>
              <a:buNone/>
            </a:pPr>
            <a:endParaRPr lang="en-US" altLang="th-TH" sz="1800"/>
          </a:p>
          <a:p>
            <a:pPr>
              <a:lnSpc>
                <a:spcPct val="80000"/>
              </a:lnSpc>
              <a:buFont typeface="Monotype Sorts" pitchFamily="2" charset="2"/>
              <a:buNone/>
            </a:pPr>
            <a:endParaRPr lang="en-US" altLang="th-TH" sz="1800"/>
          </a:p>
          <a:p>
            <a:pPr>
              <a:lnSpc>
                <a:spcPct val="80000"/>
              </a:lnSpc>
              <a:buFont typeface="Monotype Sorts" pitchFamily="2" charset="2"/>
              <a:buNone/>
            </a:pPr>
            <a:endParaRPr lang="en-US" altLang="th-TH" sz="1800"/>
          </a:p>
          <a:p>
            <a:pPr>
              <a:lnSpc>
                <a:spcPct val="80000"/>
              </a:lnSpc>
              <a:buFont typeface="Monotype Sorts" pitchFamily="2" charset="2"/>
              <a:buNone/>
            </a:pPr>
            <a:endParaRPr lang="en-US" altLang="th-TH" sz="1800"/>
          </a:p>
          <a:p>
            <a:pPr>
              <a:lnSpc>
                <a:spcPct val="80000"/>
              </a:lnSpc>
              <a:buFont typeface="Monotype Sorts" pitchFamily="2" charset="2"/>
              <a:buNone/>
            </a:pPr>
            <a:endParaRPr lang="en-US" altLang="th-TH" sz="1800"/>
          </a:p>
          <a:p>
            <a:pPr>
              <a:lnSpc>
                <a:spcPct val="80000"/>
              </a:lnSpc>
              <a:buFont typeface="Monotype Sorts" pitchFamily="2" charset="2"/>
              <a:buNone/>
            </a:pPr>
            <a:endParaRPr lang="en-US" altLang="th-TH" sz="1800"/>
          </a:p>
          <a:p>
            <a:pPr>
              <a:lnSpc>
                <a:spcPct val="80000"/>
              </a:lnSpc>
              <a:buFont typeface="Monotype Sorts" pitchFamily="2" charset="2"/>
              <a:buNone/>
            </a:pPr>
            <a:endParaRPr lang="en-US" altLang="th-TH" sz="2000"/>
          </a:p>
          <a:p>
            <a:pPr>
              <a:lnSpc>
                <a:spcPct val="80000"/>
              </a:lnSpc>
              <a:buFont typeface="Monotype Sorts" pitchFamily="2" charset="2"/>
              <a:buNone/>
            </a:pPr>
            <a:endParaRPr lang="en-US" altLang="th-TH"/>
          </a:p>
          <a:p>
            <a:pPr>
              <a:lnSpc>
                <a:spcPct val="80000"/>
              </a:lnSpc>
              <a:buFont typeface="Monotype Sorts" pitchFamily="2" charset="2"/>
              <a:buNone/>
            </a:pPr>
            <a:r>
              <a:rPr lang="en-US" altLang="th-TH"/>
              <a:t>Size:</a:t>
            </a:r>
          </a:p>
          <a:p>
            <a:pPr>
              <a:lnSpc>
                <a:spcPct val="80000"/>
              </a:lnSpc>
              <a:buFont typeface="Monotype Sorts" pitchFamily="2" charset="2"/>
              <a:buNone/>
            </a:pPr>
            <a:r>
              <a:rPr lang="en-US" altLang="th-TH"/>
              <a:t>Basic operation:</a:t>
            </a:r>
          </a:p>
          <a:p>
            <a:pPr>
              <a:lnSpc>
                <a:spcPct val="80000"/>
              </a:lnSpc>
              <a:buFont typeface="Monotype Sorts" pitchFamily="2" charset="2"/>
              <a:buNone/>
            </a:pPr>
            <a:r>
              <a:rPr lang="en-US" altLang="th-TH"/>
              <a:t>Recurrence relation:</a:t>
            </a:r>
          </a:p>
        </p:txBody>
      </p:sp>
      <p:pic>
        <p:nvPicPr>
          <p:cNvPr id="352260" name="Picture 4" descr="2_4a"/>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09600" y="2895600"/>
            <a:ext cx="4724400" cy="23510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5"/>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6" name="Slide Number Placeholder 6"/>
          <p:cNvSpPr>
            <a:spLocks noGrp="1"/>
          </p:cNvSpPr>
          <p:nvPr>
            <p:ph type="sldNum" sz="quarter" idx="12"/>
          </p:nvPr>
        </p:nvSpPr>
        <p:spPr/>
        <p:txBody>
          <a:bodyPr/>
          <a:lstStyle/>
          <a:p>
            <a:fld id="{C0D8DC81-4C75-41BB-92B2-53133B8E0B7D}" type="slidenum">
              <a:rPr lang="en-US" altLang="th-TH"/>
              <a:pPr/>
              <a:t>53</a:t>
            </a:fld>
            <a:endParaRPr lang="en-US" altLang="th-TH"/>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p:cNvSpPr>
            <a:spLocks noGrp="1" noChangeArrowheads="1"/>
          </p:cNvSpPr>
          <p:nvPr>
            <p:ph type="title"/>
          </p:nvPr>
        </p:nvSpPr>
        <p:spPr>
          <a:xfrm>
            <a:off x="457200" y="152400"/>
            <a:ext cx="8686800" cy="609600"/>
          </a:xfrm>
        </p:spPr>
        <p:txBody>
          <a:bodyPr/>
          <a:lstStyle/>
          <a:p>
            <a:r>
              <a:rPr lang="en-US" altLang="th-TH"/>
              <a:t>Solving the recurrence for M(</a:t>
            </a:r>
            <a:r>
              <a:rPr lang="en-US" altLang="th-TH" i="1"/>
              <a:t>n</a:t>
            </a:r>
            <a:r>
              <a:rPr lang="en-US" altLang="th-TH"/>
              <a:t>)</a:t>
            </a:r>
          </a:p>
        </p:txBody>
      </p:sp>
      <p:sp>
        <p:nvSpPr>
          <p:cNvPr id="308227" name="Rectangle 3"/>
          <p:cNvSpPr>
            <a:spLocks noGrp="1" noChangeArrowheads="1"/>
          </p:cNvSpPr>
          <p:nvPr>
            <p:ph idx="1"/>
          </p:nvPr>
        </p:nvSpPr>
        <p:spPr/>
        <p:txBody>
          <a:bodyPr/>
          <a:lstStyle/>
          <a:p>
            <a:pPr>
              <a:buFont typeface="Monotype Sorts" pitchFamily="2" charset="2"/>
              <a:buNone/>
            </a:pPr>
            <a:r>
              <a:rPr lang="en-US" altLang="th-TH" sz="2800"/>
              <a:t>M(</a:t>
            </a:r>
            <a:r>
              <a:rPr lang="en-US" altLang="th-TH" sz="2800" i="1"/>
              <a:t>n</a:t>
            </a:r>
            <a:r>
              <a:rPr lang="en-US" altLang="th-TH" sz="2800"/>
              <a:t>) = M(</a:t>
            </a:r>
            <a:r>
              <a:rPr lang="en-US" altLang="th-TH" sz="2800" i="1"/>
              <a:t>n</a:t>
            </a:r>
            <a:r>
              <a:rPr lang="en-US" altLang="th-TH" sz="2800"/>
              <a:t>-1) + 1,  M(0) = 0</a:t>
            </a:r>
            <a:endParaRPr lang="en-US" altLang="th-TH"/>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E5328DA2-BE27-4908-815C-E4DC5527AC3C}" type="slidenum">
              <a:rPr lang="en-US" altLang="th-TH"/>
              <a:pPr/>
              <a:t>54</a:t>
            </a:fld>
            <a:endParaRPr lang="en-US" altLang="th-TH"/>
          </a:p>
        </p:txBody>
      </p:sp>
      <p:sp>
        <p:nvSpPr>
          <p:cNvPr id="6" name="Rectangle 3"/>
          <p:cNvSpPr txBox="1">
            <a:spLocks noChangeArrowheads="1"/>
          </p:cNvSpPr>
          <p:nvPr/>
        </p:nvSpPr>
        <p:spPr bwMode="auto">
          <a:xfrm>
            <a:off x="1219200" y="2514601"/>
            <a:ext cx="6705600"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A50021"/>
              </a:buClr>
              <a:buSzPct val="75000"/>
              <a:buFont typeface="Monotype Sorts" pitchFamily="2" charset="2"/>
              <a:buChar char="b"/>
              <a:defRPr kumimoji="1" sz="2400" b="1" kern="1200">
                <a:solidFill>
                  <a:srgbClr val="FFFF99"/>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rgbClr val="A50021"/>
              </a:buClr>
              <a:buChar char="•"/>
              <a:defRPr kumimoji="1" sz="2000" b="1" kern="1200">
                <a:solidFill>
                  <a:srgbClr val="FFFF99"/>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rgbClr val="A50021"/>
              </a:buClr>
              <a:buChar char="–"/>
              <a:defRPr kumimoji="1" b="1" kern="1200">
                <a:solidFill>
                  <a:srgbClr val="FFFF99"/>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lr>
                <a:srgbClr val="A50021"/>
              </a:buClr>
              <a:buChar char="–"/>
              <a:defRPr kumimoji="1" b="1" kern="1200">
                <a:solidFill>
                  <a:srgbClr val="FFFF99"/>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rgbClr val="A50021"/>
              </a:buClr>
              <a:buChar char="»"/>
              <a:defRPr kumimoji="1" b="1" kern="1200">
                <a:solidFill>
                  <a:srgbClr val="FFFF99"/>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 typeface="Monotype Sorts" pitchFamily="2" charset="2"/>
              <a:buNone/>
            </a:pPr>
            <a:r>
              <a:rPr lang="en-US" altLang="th-TH" b="0" dirty="0">
                <a:solidFill>
                  <a:schemeClr val="tx1"/>
                </a:solidFill>
                <a:effectLst/>
              </a:rPr>
              <a:t>Backward substitution:</a:t>
            </a:r>
          </a:p>
          <a:p>
            <a:pPr eaLnBrk="1" hangingPunct="1">
              <a:buFont typeface="Monotype Sorts" pitchFamily="2" charset="2"/>
              <a:buNone/>
            </a:pPr>
            <a:r>
              <a:rPr lang="en-US" altLang="th-TH" b="0" dirty="0">
                <a:solidFill>
                  <a:schemeClr val="tx1"/>
                </a:solidFill>
                <a:effectLst/>
              </a:rPr>
              <a:t>M(</a:t>
            </a:r>
            <a:r>
              <a:rPr lang="en-US" altLang="th-TH" b="0" i="1" dirty="0">
                <a:solidFill>
                  <a:schemeClr val="tx1"/>
                </a:solidFill>
                <a:effectLst/>
              </a:rPr>
              <a:t>n</a:t>
            </a:r>
            <a:r>
              <a:rPr lang="en-US" altLang="th-TH" b="0" dirty="0">
                <a:solidFill>
                  <a:schemeClr val="tx1"/>
                </a:solidFill>
                <a:effectLst/>
              </a:rPr>
              <a:t>) = M(</a:t>
            </a:r>
            <a:r>
              <a:rPr lang="en-US" altLang="th-TH" b="0" i="1" dirty="0">
                <a:solidFill>
                  <a:schemeClr val="tx1"/>
                </a:solidFill>
                <a:effectLst/>
              </a:rPr>
              <a:t>n</a:t>
            </a:r>
            <a:r>
              <a:rPr lang="en-US" altLang="th-TH" b="0" dirty="0">
                <a:solidFill>
                  <a:schemeClr val="tx1"/>
                </a:solidFill>
                <a:effectLst/>
              </a:rPr>
              <a:t>-1) + 1,  M(0) = 0</a:t>
            </a:r>
          </a:p>
          <a:p>
            <a:pPr eaLnBrk="1" hangingPunct="1">
              <a:buFont typeface="Monotype Sorts" pitchFamily="2" charset="2"/>
              <a:buNone/>
            </a:pPr>
            <a:r>
              <a:rPr lang="en-US" altLang="th-TH" b="0" dirty="0">
                <a:solidFill>
                  <a:schemeClr val="tx1"/>
                </a:solidFill>
                <a:effectLst/>
              </a:rPr>
              <a:t>          = [M(n-2) +1]+1  = M(n-2) +2 </a:t>
            </a:r>
          </a:p>
          <a:p>
            <a:pPr eaLnBrk="1" hangingPunct="1">
              <a:buFont typeface="Monotype Sorts" pitchFamily="2" charset="2"/>
              <a:buNone/>
            </a:pPr>
            <a:r>
              <a:rPr lang="en-US" altLang="th-TH" b="0" dirty="0">
                <a:solidFill>
                  <a:schemeClr val="tx1"/>
                </a:solidFill>
                <a:effectLst/>
              </a:rPr>
              <a:t>	      = [M(n-3) +1]+2  = M(n-3) +3 </a:t>
            </a:r>
          </a:p>
          <a:p>
            <a:pPr eaLnBrk="1" hangingPunct="1">
              <a:buFont typeface="Monotype Sorts" pitchFamily="2" charset="2"/>
              <a:buNone/>
            </a:pPr>
            <a:endParaRPr lang="en-US" altLang="th-TH" b="0" dirty="0">
              <a:solidFill>
                <a:schemeClr val="tx1"/>
              </a:solidFill>
              <a:effectLst/>
            </a:endParaRPr>
          </a:p>
          <a:p>
            <a:pPr eaLnBrk="1" hangingPunct="1">
              <a:buFont typeface="Monotype Sorts" pitchFamily="2" charset="2"/>
              <a:buNone/>
            </a:pPr>
            <a:r>
              <a:rPr lang="en-US" altLang="th-TH" b="0" dirty="0">
                <a:solidFill>
                  <a:schemeClr val="tx1"/>
                </a:solidFill>
                <a:effectLst/>
              </a:rPr>
              <a:t>        …</a:t>
            </a:r>
          </a:p>
          <a:p>
            <a:pPr eaLnBrk="1" hangingPunct="1">
              <a:buFont typeface="Monotype Sorts" pitchFamily="2" charset="2"/>
              <a:buNone/>
            </a:pPr>
            <a:r>
              <a:rPr lang="en-US" altLang="th-TH" b="0" dirty="0">
                <a:solidFill>
                  <a:schemeClr val="tx1"/>
                </a:solidFill>
                <a:effectLst/>
              </a:rPr>
              <a:t> M(n) = 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p:cNvSpPr>
            <a:spLocks noGrp="1" noChangeArrowheads="1"/>
          </p:cNvSpPr>
          <p:nvPr>
            <p:ph type="title"/>
          </p:nvPr>
        </p:nvSpPr>
        <p:spPr>
          <a:xfrm>
            <a:off x="533400" y="228600"/>
            <a:ext cx="8610600" cy="609600"/>
          </a:xfrm>
        </p:spPr>
        <p:txBody>
          <a:bodyPr/>
          <a:lstStyle/>
          <a:p>
            <a:r>
              <a:rPr lang="en-US" altLang="th-TH"/>
              <a:t>Example 2: The Tower of Hanoi Puzzle</a:t>
            </a:r>
          </a:p>
        </p:txBody>
      </p:sp>
      <p:sp>
        <p:nvSpPr>
          <p:cNvPr id="310275" name="Rectangle 3"/>
          <p:cNvSpPr>
            <a:spLocks noGrp="1" noChangeArrowheads="1"/>
          </p:cNvSpPr>
          <p:nvPr>
            <p:ph idx="1"/>
          </p:nvPr>
        </p:nvSpPr>
        <p:spPr/>
        <p:txBody>
          <a:bodyPr/>
          <a:lstStyle/>
          <a:p>
            <a:pPr marL="0" indent="0">
              <a:buFont typeface="Monotype Sorts" pitchFamily="2" charset="2"/>
              <a:buNone/>
            </a:pPr>
            <a:r>
              <a:rPr lang="en-US" altLang="th-TH"/>
              <a:t>																																																																</a:t>
            </a:r>
          </a:p>
        </p:txBody>
      </p:sp>
      <p:sp>
        <p:nvSpPr>
          <p:cNvPr id="7"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8" name="Slide Number Placeholder 5"/>
          <p:cNvSpPr>
            <a:spLocks noGrp="1"/>
          </p:cNvSpPr>
          <p:nvPr>
            <p:ph type="sldNum" sz="quarter" idx="12"/>
          </p:nvPr>
        </p:nvSpPr>
        <p:spPr/>
        <p:txBody>
          <a:bodyPr/>
          <a:lstStyle/>
          <a:p>
            <a:fld id="{A09A29B9-9095-474D-B269-46DACB87D442}" type="slidenum">
              <a:rPr lang="en-US" altLang="th-TH"/>
              <a:pPr/>
              <a:t>55</a:t>
            </a:fld>
            <a:endParaRPr lang="en-US" altLang="th-TH"/>
          </a:p>
        </p:txBody>
      </p:sp>
      <p:pic>
        <p:nvPicPr>
          <p:cNvPr id="310276" name="Picture 4" descr="Fig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1371600"/>
            <a:ext cx="6858000" cy="1828800"/>
          </a:xfrm>
          <a:prstGeom prst="rect">
            <a:avLst/>
          </a:prstGeom>
          <a:noFill/>
          <a:extLst>
            <a:ext uri="{909E8E84-426E-40DD-AFC4-6F175D3DCCD1}">
              <a14:hiddenFill xmlns:a14="http://schemas.microsoft.com/office/drawing/2010/main">
                <a:solidFill>
                  <a:srgbClr val="FFFFFF"/>
                </a:solidFill>
              </a14:hiddenFill>
            </a:ext>
          </a:extLst>
        </p:spPr>
      </p:pic>
      <p:pic>
        <p:nvPicPr>
          <p:cNvPr id="310277" name="Picture 5" descr="Fig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2000" y="3276600"/>
            <a:ext cx="7772400" cy="2133600"/>
          </a:xfrm>
          <a:prstGeom prst="rect">
            <a:avLst/>
          </a:prstGeom>
          <a:noFill/>
          <a:extLst>
            <a:ext uri="{909E8E84-426E-40DD-AFC4-6F175D3DCCD1}">
              <a14:hiddenFill xmlns:a14="http://schemas.microsoft.com/office/drawing/2010/main">
                <a:solidFill>
                  <a:srgbClr val="FFFFFF"/>
                </a:solidFill>
              </a14:hiddenFill>
            </a:ext>
          </a:extLst>
        </p:spPr>
      </p:pic>
      <p:sp>
        <p:nvSpPr>
          <p:cNvPr id="310278" name="Text Box 6"/>
          <p:cNvSpPr txBox="1">
            <a:spLocks noChangeArrowheads="1"/>
          </p:cNvSpPr>
          <p:nvPr/>
        </p:nvSpPr>
        <p:spPr bwMode="auto">
          <a:xfrm>
            <a:off x="685800" y="5638800"/>
            <a:ext cx="4648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th-TH" dirty="0"/>
              <a:t>Recurrence for number of moves: </a:t>
            </a:r>
          </a:p>
        </p:txBody>
      </p:sp>
      <p:pic>
        <p:nvPicPr>
          <p:cNvPr id="2" name="Picture 1">
            <a:extLst>
              <a:ext uri="{FF2B5EF4-FFF2-40B4-BE49-F238E27FC236}">
                <a16:creationId xmlns:a16="http://schemas.microsoft.com/office/drawing/2014/main" id="{A9995229-30E1-4581-B1C4-F9DA991842BB}"/>
              </a:ext>
            </a:extLst>
          </p:cNvPr>
          <p:cNvPicPr>
            <a:picLocks noChangeAspect="1"/>
          </p:cNvPicPr>
          <p:nvPr/>
        </p:nvPicPr>
        <p:blipFill>
          <a:blip r:embed="rId5"/>
          <a:stretch>
            <a:fillRect/>
          </a:stretch>
        </p:blipFill>
        <p:spPr>
          <a:xfrm>
            <a:off x="5320862" y="5429157"/>
            <a:ext cx="3400900" cy="1333686"/>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671EB-5638-404B-9F7E-85526DEC7A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4AC313-8492-43FC-9A93-34D941663D0C}"/>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114DA727-B0C7-4EF3-8062-75A521A239D1}"/>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1939066B-AB27-4938-8090-5B13E26E1C06}"/>
              </a:ext>
            </a:extLst>
          </p:cNvPr>
          <p:cNvSpPr>
            <a:spLocks noGrp="1"/>
          </p:cNvSpPr>
          <p:nvPr>
            <p:ph type="sldNum" sz="quarter" idx="12"/>
          </p:nvPr>
        </p:nvSpPr>
        <p:spPr/>
        <p:txBody>
          <a:bodyPr/>
          <a:lstStyle/>
          <a:p>
            <a:fld id="{1599CD94-7BFF-42C6-81AA-C1D79CE29F44}" type="slidenum">
              <a:rPr lang="en-US" altLang="th-TH" smtClean="0"/>
              <a:pPr/>
              <a:t>56</a:t>
            </a:fld>
            <a:endParaRPr lang="en-US" altLang="th-TH"/>
          </a:p>
        </p:txBody>
      </p:sp>
    </p:spTree>
    <p:extLst>
      <p:ext uri="{BB962C8B-B14F-4D97-AF65-F5344CB8AC3E}">
        <p14:creationId xmlns:p14="http://schemas.microsoft.com/office/powerpoint/2010/main" val="11423419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47FEF-644A-43DF-9B69-C1CB3EE8969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3CABA2-6552-4F45-A757-BA1DB5C8760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E2460C0F-2477-4373-939C-B01C5A10CF87}"/>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29687A52-EB33-4252-A38D-F854EB4F684A}"/>
              </a:ext>
            </a:extLst>
          </p:cNvPr>
          <p:cNvSpPr>
            <a:spLocks noGrp="1"/>
          </p:cNvSpPr>
          <p:nvPr>
            <p:ph type="sldNum" sz="quarter" idx="12"/>
          </p:nvPr>
        </p:nvSpPr>
        <p:spPr/>
        <p:txBody>
          <a:bodyPr/>
          <a:lstStyle/>
          <a:p>
            <a:fld id="{1599CD94-7BFF-42C6-81AA-C1D79CE29F44}" type="slidenum">
              <a:rPr lang="en-US" altLang="th-TH" smtClean="0"/>
              <a:pPr/>
              <a:t>57</a:t>
            </a:fld>
            <a:endParaRPr lang="en-US" altLang="th-TH"/>
          </a:p>
        </p:txBody>
      </p:sp>
    </p:spTree>
    <p:extLst>
      <p:ext uri="{BB962C8B-B14F-4D97-AF65-F5344CB8AC3E}">
        <p14:creationId xmlns:p14="http://schemas.microsoft.com/office/powerpoint/2010/main" val="34915614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44F56-6914-437F-94BE-C5539EF85D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2FA13A-AE27-4D97-A335-C69BB9487115}"/>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468586C8-D742-4418-8E56-2C9BA35D4F38}"/>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226BD995-EA93-4565-BAFF-16C459C15EF2}"/>
              </a:ext>
            </a:extLst>
          </p:cNvPr>
          <p:cNvSpPr>
            <a:spLocks noGrp="1"/>
          </p:cNvSpPr>
          <p:nvPr>
            <p:ph type="sldNum" sz="quarter" idx="12"/>
          </p:nvPr>
        </p:nvSpPr>
        <p:spPr/>
        <p:txBody>
          <a:bodyPr/>
          <a:lstStyle/>
          <a:p>
            <a:fld id="{1599CD94-7BFF-42C6-81AA-C1D79CE29F44}" type="slidenum">
              <a:rPr lang="en-US" altLang="th-TH" smtClean="0"/>
              <a:pPr/>
              <a:t>58</a:t>
            </a:fld>
            <a:endParaRPr lang="en-US" altLang="th-TH"/>
          </a:p>
        </p:txBody>
      </p:sp>
    </p:spTree>
    <p:extLst>
      <p:ext uri="{BB962C8B-B14F-4D97-AF65-F5344CB8AC3E}">
        <p14:creationId xmlns:p14="http://schemas.microsoft.com/office/powerpoint/2010/main" val="11741660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0127C-395C-4835-8F6F-A6F7A8DEF9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DBB2B8-0CFC-4D8F-9E78-FED8A121AF5A}"/>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4644323A-986F-4594-9A84-7C896656E588}"/>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88E6AE45-688B-4D6F-B96B-108269EED201}"/>
              </a:ext>
            </a:extLst>
          </p:cNvPr>
          <p:cNvSpPr>
            <a:spLocks noGrp="1"/>
          </p:cNvSpPr>
          <p:nvPr>
            <p:ph type="sldNum" sz="quarter" idx="12"/>
          </p:nvPr>
        </p:nvSpPr>
        <p:spPr/>
        <p:txBody>
          <a:bodyPr/>
          <a:lstStyle/>
          <a:p>
            <a:fld id="{1599CD94-7BFF-42C6-81AA-C1D79CE29F44}" type="slidenum">
              <a:rPr lang="en-US" altLang="th-TH" smtClean="0"/>
              <a:pPr/>
              <a:t>59</a:t>
            </a:fld>
            <a:endParaRPr lang="en-US" altLang="th-TH"/>
          </a:p>
        </p:txBody>
      </p:sp>
    </p:spTree>
    <p:extLst>
      <p:ext uri="{BB962C8B-B14F-4D97-AF65-F5344CB8AC3E}">
        <p14:creationId xmlns:p14="http://schemas.microsoft.com/office/powerpoint/2010/main" val="14109016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1FB0F1-FBFE-4467-8DE1-80AE170B2D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32E0F4-6E77-435F-AA0F-85E2625E4BCB}"/>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9D4BD9C4-7521-48AA-8927-4E8E49EA818B}"/>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890062B1-9D82-4C15-A47F-96D72337E6BC}"/>
              </a:ext>
            </a:extLst>
          </p:cNvPr>
          <p:cNvSpPr>
            <a:spLocks noGrp="1"/>
          </p:cNvSpPr>
          <p:nvPr>
            <p:ph type="sldNum" sz="quarter" idx="12"/>
          </p:nvPr>
        </p:nvSpPr>
        <p:spPr/>
        <p:txBody>
          <a:bodyPr/>
          <a:lstStyle/>
          <a:p>
            <a:fld id="{1599CD94-7BFF-42C6-81AA-C1D79CE29F44}" type="slidenum">
              <a:rPr lang="en-US" altLang="th-TH" smtClean="0"/>
              <a:pPr/>
              <a:t>60</a:t>
            </a:fld>
            <a:endParaRPr lang="en-US" altLang="th-TH"/>
          </a:p>
        </p:txBody>
      </p:sp>
    </p:spTree>
    <p:extLst>
      <p:ext uri="{BB962C8B-B14F-4D97-AF65-F5344CB8AC3E}">
        <p14:creationId xmlns:p14="http://schemas.microsoft.com/office/powerpoint/2010/main" val="49917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09E4B-8C05-48F0-B846-96064AD1D2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3325AB-0710-4947-8BB8-D05EFACF8DF8}"/>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3DC67C9A-2253-4921-8F80-9C8310DF37C6}"/>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24A30F6E-6098-4286-B695-42859BF59082}"/>
              </a:ext>
            </a:extLst>
          </p:cNvPr>
          <p:cNvSpPr>
            <a:spLocks noGrp="1"/>
          </p:cNvSpPr>
          <p:nvPr>
            <p:ph type="sldNum" sz="quarter" idx="12"/>
          </p:nvPr>
        </p:nvSpPr>
        <p:spPr/>
        <p:txBody>
          <a:bodyPr/>
          <a:lstStyle/>
          <a:p>
            <a:fld id="{1599CD94-7BFF-42C6-81AA-C1D79CE29F44}" type="slidenum">
              <a:rPr lang="en-US" altLang="th-TH" smtClean="0"/>
              <a:pPr/>
              <a:t>61</a:t>
            </a:fld>
            <a:endParaRPr lang="en-US" altLang="th-TH"/>
          </a:p>
        </p:txBody>
      </p:sp>
    </p:spTree>
    <p:extLst>
      <p:ext uri="{BB962C8B-B14F-4D97-AF65-F5344CB8AC3E}">
        <p14:creationId xmlns:p14="http://schemas.microsoft.com/office/powerpoint/2010/main" val="24522254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35136-5504-49B3-A919-8173BAEB16B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CE89532-7A81-45E6-B167-861B927A5A4A}"/>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71A6C49-2FFB-4B9B-A761-845AACD8A946}"/>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14AF5D69-0119-403E-8A05-3CC1526FC81E}"/>
              </a:ext>
            </a:extLst>
          </p:cNvPr>
          <p:cNvSpPr>
            <a:spLocks noGrp="1"/>
          </p:cNvSpPr>
          <p:nvPr>
            <p:ph type="sldNum" sz="quarter" idx="12"/>
          </p:nvPr>
        </p:nvSpPr>
        <p:spPr/>
        <p:txBody>
          <a:bodyPr/>
          <a:lstStyle/>
          <a:p>
            <a:fld id="{1599CD94-7BFF-42C6-81AA-C1D79CE29F44}" type="slidenum">
              <a:rPr lang="en-US" altLang="th-TH" smtClean="0"/>
              <a:pPr/>
              <a:t>62</a:t>
            </a:fld>
            <a:endParaRPr lang="en-US" altLang="th-TH"/>
          </a:p>
        </p:txBody>
      </p:sp>
    </p:spTree>
    <p:extLst>
      <p:ext uri="{BB962C8B-B14F-4D97-AF65-F5344CB8AC3E}">
        <p14:creationId xmlns:p14="http://schemas.microsoft.com/office/powerpoint/2010/main" val="6975033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6AF15-EE94-4B66-ABCC-9E37DC5FC0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01CFB7-6057-4A15-AB28-11470C83291D}"/>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9B3AB64B-8361-4052-829E-FB0B78313C40}"/>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5711BC57-B560-401A-A1D8-EB634AE18DBD}"/>
              </a:ext>
            </a:extLst>
          </p:cNvPr>
          <p:cNvSpPr>
            <a:spLocks noGrp="1"/>
          </p:cNvSpPr>
          <p:nvPr>
            <p:ph type="sldNum" sz="quarter" idx="12"/>
          </p:nvPr>
        </p:nvSpPr>
        <p:spPr/>
        <p:txBody>
          <a:bodyPr/>
          <a:lstStyle/>
          <a:p>
            <a:fld id="{1599CD94-7BFF-42C6-81AA-C1D79CE29F44}" type="slidenum">
              <a:rPr lang="en-US" altLang="th-TH" smtClean="0"/>
              <a:pPr/>
              <a:t>63</a:t>
            </a:fld>
            <a:endParaRPr lang="en-US" altLang="th-TH"/>
          </a:p>
        </p:txBody>
      </p:sp>
    </p:spTree>
    <p:extLst>
      <p:ext uri="{BB962C8B-B14F-4D97-AF65-F5344CB8AC3E}">
        <p14:creationId xmlns:p14="http://schemas.microsoft.com/office/powerpoint/2010/main" val="38768439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E8B42-A5F7-4CBF-91E3-5DCE0837ED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9DFA2F-14E8-4520-8254-DEB7BBB28A32}"/>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3E6B0CEA-98A1-44A5-8B96-16766DF5A54F}"/>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105E9462-5418-4F8C-9AF3-94B1D15DE297}"/>
              </a:ext>
            </a:extLst>
          </p:cNvPr>
          <p:cNvSpPr>
            <a:spLocks noGrp="1"/>
          </p:cNvSpPr>
          <p:nvPr>
            <p:ph type="sldNum" sz="quarter" idx="12"/>
          </p:nvPr>
        </p:nvSpPr>
        <p:spPr/>
        <p:txBody>
          <a:bodyPr/>
          <a:lstStyle/>
          <a:p>
            <a:fld id="{1599CD94-7BFF-42C6-81AA-C1D79CE29F44}" type="slidenum">
              <a:rPr lang="en-US" altLang="th-TH" smtClean="0"/>
              <a:pPr/>
              <a:t>64</a:t>
            </a:fld>
            <a:endParaRPr lang="en-US" altLang="th-TH"/>
          </a:p>
        </p:txBody>
      </p:sp>
    </p:spTree>
    <p:extLst>
      <p:ext uri="{BB962C8B-B14F-4D97-AF65-F5344CB8AC3E}">
        <p14:creationId xmlns:p14="http://schemas.microsoft.com/office/powerpoint/2010/main" val="35997740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noChangeArrowheads="1"/>
          </p:cNvSpPr>
          <p:nvPr>
            <p:ph type="title"/>
          </p:nvPr>
        </p:nvSpPr>
        <p:spPr>
          <a:xfrm>
            <a:off x="457200" y="152400"/>
            <a:ext cx="8686800" cy="609600"/>
          </a:xfrm>
        </p:spPr>
        <p:txBody>
          <a:bodyPr/>
          <a:lstStyle/>
          <a:p>
            <a:r>
              <a:rPr lang="en-US" altLang="th-TH"/>
              <a:t>Solving recurrence for number of moves</a:t>
            </a:r>
          </a:p>
        </p:txBody>
      </p:sp>
      <p:sp>
        <p:nvSpPr>
          <p:cNvPr id="314371" name="Rectangle 3"/>
          <p:cNvSpPr>
            <a:spLocks noGrp="1" noChangeArrowheads="1"/>
          </p:cNvSpPr>
          <p:nvPr>
            <p:ph idx="1"/>
          </p:nvPr>
        </p:nvSpPr>
        <p:spPr/>
        <p:txBody>
          <a:bodyPr>
            <a:normAutofit lnSpcReduction="10000"/>
          </a:bodyPr>
          <a:lstStyle/>
          <a:p>
            <a:pPr eaLnBrk="1" hangingPunct="1">
              <a:buFont typeface="Arial" panose="020B0604020202020204" pitchFamily="34" charset="0"/>
              <a:buNone/>
            </a:pPr>
            <a:r>
              <a:rPr lang="en-US" altLang="th-TH" sz="2800" dirty="0"/>
              <a:t>M(</a:t>
            </a:r>
            <a:r>
              <a:rPr lang="en-US" altLang="th-TH" sz="2800" i="1" dirty="0"/>
              <a:t>n</a:t>
            </a:r>
            <a:r>
              <a:rPr lang="en-US" altLang="th-TH" sz="2800" dirty="0"/>
              <a:t>) = M(</a:t>
            </a:r>
            <a:r>
              <a:rPr lang="en-US" altLang="th-TH" sz="2800" i="1" dirty="0"/>
              <a:t>n</a:t>
            </a:r>
            <a:r>
              <a:rPr lang="en-US" altLang="th-TH" sz="2800" dirty="0"/>
              <a:t>-1) + 1 + M(n-1), </a:t>
            </a:r>
          </a:p>
          <a:p>
            <a:pPr eaLnBrk="1" hangingPunct="1">
              <a:buFont typeface="Arial" panose="020B0604020202020204" pitchFamily="34" charset="0"/>
              <a:buNone/>
            </a:pPr>
            <a:r>
              <a:rPr lang="en-US" altLang="th-TH" sz="2800" dirty="0"/>
              <a:t>            - Move n-1 disks from peg 1 to 2</a:t>
            </a:r>
          </a:p>
          <a:p>
            <a:pPr eaLnBrk="1" hangingPunct="1">
              <a:buFont typeface="Arial" panose="020B0604020202020204" pitchFamily="34" charset="0"/>
              <a:buNone/>
            </a:pPr>
            <a:r>
              <a:rPr lang="en-US" altLang="th-TH" sz="2800" dirty="0"/>
              <a:t>			(but not n-1 moves)</a:t>
            </a:r>
          </a:p>
          <a:p>
            <a:pPr eaLnBrk="1" hangingPunct="1">
              <a:buFont typeface="Arial" panose="020B0604020202020204" pitchFamily="34" charset="0"/>
              <a:buNone/>
            </a:pPr>
            <a:r>
              <a:rPr lang="en-US" altLang="th-TH" sz="2800" dirty="0"/>
              <a:t>		 - One move for n</a:t>
            </a:r>
            <a:r>
              <a:rPr lang="en-US" altLang="th-TH" sz="2800" baseline="30000" dirty="0"/>
              <a:t>th </a:t>
            </a:r>
            <a:r>
              <a:rPr lang="en-US" altLang="th-TH" sz="2800" dirty="0"/>
              <a:t> disk to peg 3</a:t>
            </a:r>
          </a:p>
          <a:p>
            <a:pPr eaLnBrk="1" hangingPunct="1">
              <a:buFont typeface="Arial" panose="020B0604020202020204" pitchFamily="34" charset="0"/>
              <a:buNone/>
            </a:pPr>
            <a:r>
              <a:rPr lang="en-US" altLang="th-TH" sz="2800" dirty="0"/>
              <a:t>		 - Move n-1 disks from peg 2 to 3</a:t>
            </a:r>
          </a:p>
          <a:p>
            <a:pPr eaLnBrk="1" hangingPunct="1">
              <a:buFont typeface="Arial" panose="020B0604020202020204" pitchFamily="34" charset="0"/>
              <a:buNone/>
            </a:pPr>
            <a:endParaRPr lang="en-US" altLang="th-TH" sz="2800" dirty="0"/>
          </a:p>
          <a:p>
            <a:pPr>
              <a:buFont typeface="Monotype Sorts" pitchFamily="2" charset="2"/>
              <a:buNone/>
            </a:pPr>
            <a:r>
              <a:rPr lang="en-US" altLang="th-TH" sz="2800" dirty="0"/>
              <a:t>M(</a:t>
            </a:r>
            <a:r>
              <a:rPr lang="en-US" altLang="th-TH" sz="2800" i="1" dirty="0"/>
              <a:t>n</a:t>
            </a:r>
            <a:r>
              <a:rPr lang="en-US" altLang="th-TH" sz="2800" dirty="0"/>
              <a:t>) = 2M(</a:t>
            </a:r>
            <a:r>
              <a:rPr lang="en-US" altLang="th-TH" sz="2800" i="1" dirty="0"/>
              <a:t>n</a:t>
            </a:r>
            <a:r>
              <a:rPr lang="en-US" altLang="th-TH" sz="2800" dirty="0"/>
              <a:t>-1) + 1,  M(1) = 1</a:t>
            </a:r>
          </a:p>
          <a:p>
            <a:pPr>
              <a:buFont typeface="Monotype Sorts" pitchFamily="2" charset="2"/>
              <a:buNone/>
            </a:pPr>
            <a:endParaRPr lang="en-US" altLang="th-TH" sz="2800" dirty="0"/>
          </a:p>
          <a:p>
            <a:pPr>
              <a:buFont typeface="Monotype Sorts" pitchFamily="2" charset="2"/>
              <a:buNone/>
            </a:pPr>
            <a:r>
              <a:rPr lang="en-US" altLang="th-TH" dirty="0"/>
              <a:t>Use backward substitution?</a:t>
            </a:r>
          </a:p>
          <a:p>
            <a:pPr eaLnBrk="1" hangingPunct="1">
              <a:buNone/>
            </a:pPr>
            <a:r>
              <a:rPr lang="en-US" altLang="th-TH" dirty="0"/>
              <a:t>M(n) = 2</a:t>
            </a:r>
            <a:r>
              <a:rPr lang="en-US" altLang="th-TH" baseline="30000" dirty="0"/>
              <a:t>n</a:t>
            </a:r>
            <a:r>
              <a:rPr lang="en-US" altLang="th-TH" dirty="0"/>
              <a:t> -1?</a:t>
            </a: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128418E6-2E8D-4EFC-A083-8491BA7B8CB9}" type="slidenum">
              <a:rPr lang="en-US" altLang="th-TH"/>
              <a:pPr/>
              <a:t>65</a:t>
            </a:fld>
            <a:endParaRPr lang="en-US" altLang="th-TH"/>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Rectangle 2"/>
          <p:cNvSpPr>
            <a:spLocks noGrp="1" noChangeArrowheads="1"/>
          </p:cNvSpPr>
          <p:nvPr>
            <p:ph type="title"/>
          </p:nvPr>
        </p:nvSpPr>
        <p:spPr>
          <a:xfrm>
            <a:off x="457200" y="152400"/>
            <a:ext cx="8686800" cy="609600"/>
          </a:xfrm>
        </p:spPr>
        <p:txBody>
          <a:bodyPr/>
          <a:lstStyle/>
          <a:p>
            <a:r>
              <a:rPr lang="en-US" altLang="th-TH"/>
              <a:t>Tree of calls for the Tower of Hanoi Puzzle</a:t>
            </a:r>
          </a:p>
        </p:txBody>
      </p:sp>
      <p:sp>
        <p:nvSpPr>
          <p:cNvPr id="311299" name="Rectangle 3"/>
          <p:cNvSpPr>
            <a:spLocks noGrp="1" noChangeArrowheads="1"/>
          </p:cNvSpPr>
          <p:nvPr>
            <p:ph idx="1"/>
          </p:nvPr>
        </p:nvSpPr>
        <p:spPr/>
        <p:txBody>
          <a:bodyPr/>
          <a:lstStyle/>
          <a:p>
            <a:pPr marL="0" indent="0">
              <a:buFont typeface="Monotype Sorts" pitchFamily="2" charset="2"/>
              <a:buNone/>
            </a:pPr>
            <a:r>
              <a:rPr lang="en-US" altLang="th-TH">
                <a:sym typeface="Symbol" panose="05050102010706020507" pitchFamily="18" charset="2"/>
              </a:rPr>
              <a:t>	</a:t>
            </a:r>
          </a:p>
        </p:txBody>
      </p:sp>
      <p:sp>
        <p:nvSpPr>
          <p:cNvPr id="7"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8" name="Slide Number Placeholder 5"/>
          <p:cNvSpPr>
            <a:spLocks noGrp="1"/>
          </p:cNvSpPr>
          <p:nvPr>
            <p:ph type="sldNum" sz="quarter" idx="12"/>
          </p:nvPr>
        </p:nvSpPr>
        <p:spPr/>
        <p:txBody>
          <a:bodyPr/>
          <a:lstStyle/>
          <a:p>
            <a:fld id="{B2D54B7C-4203-4ED0-97D9-712EAEF4D591}" type="slidenum">
              <a:rPr lang="en-US" altLang="th-TH"/>
              <a:pPr/>
              <a:t>66</a:t>
            </a:fld>
            <a:endParaRPr lang="en-US" altLang="th-TH"/>
          </a:p>
        </p:txBody>
      </p:sp>
      <p:sp>
        <p:nvSpPr>
          <p:cNvPr id="311300" name="Rectangle 4"/>
          <p:cNvSpPr>
            <a:spLocks noChangeArrowheads="1"/>
          </p:cNvSpPr>
          <p:nvPr/>
        </p:nvSpPr>
        <p:spPr bwMode="auto">
          <a:xfrm>
            <a:off x="0" y="0"/>
            <a:ext cx="883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endParaRPr lang="th-TH" altLang="th-TH"/>
          </a:p>
        </p:txBody>
      </p:sp>
      <p:pic>
        <p:nvPicPr>
          <p:cNvPr id="311301" name="Picture 5" descr="Fig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1295400"/>
            <a:ext cx="8686800" cy="2540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1301"/>
                                        </p:tgtEl>
                                        <p:attrNameLst>
                                          <p:attrName>style.visibility</p:attrName>
                                        </p:attrNameLst>
                                      </p:cBhvr>
                                      <p:to>
                                        <p:strVal val="visible"/>
                                      </p:to>
                                    </p:set>
                                    <p:anim calcmode="lin" valueType="num">
                                      <p:cBhvr additive="base">
                                        <p:cTn id="7" dur="500" fill="hold"/>
                                        <p:tgtEl>
                                          <p:spTgt spid="311301"/>
                                        </p:tgtEl>
                                        <p:attrNameLst>
                                          <p:attrName>ppt_x</p:attrName>
                                        </p:attrNameLst>
                                      </p:cBhvr>
                                      <p:tavLst>
                                        <p:tav tm="0">
                                          <p:val>
                                            <p:strVal val="#ppt_x"/>
                                          </p:val>
                                        </p:tav>
                                        <p:tav tm="100000">
                                          <p:val>
                                            <p:strVal val="#ppt_x"/>
                                          </p:val>
                                        </p:tav>
                                      </p:tavLst>
                                    </p:anim>
                                    <p:anim calcmode="lin" valueType="num">
                                      <p:cBhvr additive="base">
                                        <p:cTn id="8" dur="500" fill="hold"/>
                                        <p:tgtEl>
                                          <p:spTgt spid="3113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move( ) method of Tower of Hanoi?</a:t>
            </a:r>
            <a:endParaRPr lang="th-TH" dirty="0"/>
          </a:p>
        </p:txBody>
      </p:sp>
      <p:sp>
        <p:nvSpPr>
          <p:cNvPr id="3" name="Content Placeholder 2"/>
          <p:cNvSpPr>
            <a:spLocks noGrp="1"/>
          </p:cNvSpPr>
          <p:nvPr>
            <p:ph idx="1"/>
          </p:nvPr>
        </p:nvSpPr>
        <p:spPr/>
        <p:txBody>
          <a:bodyPr/>
          <a:lstStyle/>
          <a:p>
            <a:pPr marL="0" indent="0">
              <a:buNone/>
            </a:pPr>
            <a:r>
              <a:rPr lang="en-US" dirty="0"/>
              <a:t> public void move(</a:t>
            </a:r>
            <a:r>
              <a:rPr lang="en-US" dirty="0" err="1"/>
              <a:t>int</a:t>
            </a:r>
            <a:r>
              <a:rPr lang="en-US" dirty="0"/>
              <a:t> n, Stack </a:t>
            </a:r>
            <a:r>
              <a:rPr lang="en-US" dirty="0" err="1"/>
              <a:t>fromPeg</a:t>
            </a:r>
            <a:r>
              <a:rPr lang="en-US" dirty="0"/>
              <a:t>, Stack </a:t>
            </a:r>
            <a:r>
              <a:rPr lang="en-US" dirty="0" err="1"/>
              <a:t>toPeg</a:t>
            </a:r>
            <a:r>
              <a:rPr lang="en-US" dirty="0"/>
              <a:t>, </a:t>
            </a:r>
          </a:p>
          <a:p>
            <a:pPr marL="0" indent="0">
              <a:buNone/>
            </a:pPr>
            <a:r>
              <a:rPr lang="en-US" dirty="0"/>
              <a:t>					Stack </a:t>
            </a:r>
            <a:r>
              <a:rPr lang="en-US" dirty="0" err="1"/>
              <a:t>availablePeg</a:t>
            </a:r>
            <a:r>
              <a:rPr lang="en-US" dirty="0"/>
              <a:t>){</a:t>
            </a:r>
          </a:p>
          <a:p>
            <a:pPr marL="0" indent="0">
              <a:buNone/>
            </a:pPr>
            <a:r>
              <a:rPr lang="en-US" dirty="0"/>
              <a:t>        if(n==1){</a:t>
            </a:r>
          </a:p>
          <a:p>
            <a:pPr marL="0" indent="0">
              <a:buNone/>
            </a:pPr>
            <a:r>
              <a:rPr lang="en-US" dirty="0"/>
              <a:t>            </a:t>
            </a:r>
            <a:r>
              <a:rPr lang="en-US" dirty="0" err="1"/>
              <a:t>toPeg.push</a:t>
            </a:r>
            <a:r>
              <a:rPr lang="en-US" dirty="0"/>
              <a:t>( </a:t>
            </a:r>
            <a:r>
              <a:rPr lang="en-US" dirty="0" err="1"/>
              <a:t>fromPeg.pop</a:t>
            </a:r>
            <a:r>
              <a:rPr lang="en-US" dirty="0"/>
              <a:t>() );</a:t>
            </a:r>
          </a:p>
          <a:p>
            <a:pPr marL="0" indent="0">
              <a:buNone/>
            </a:pPr>
            <a:r>
              <a:rPr lang="en-US" dirty="0"/>
              <a:t>          return;</a:t>
            </a:r>
          </a:p>
          <a:p>
            <a:pPr marL="0" indent="0">
              <a:buNone/>
            </a:pPr>
            <a:r>
              <a:rPr lang="en-US" dirty="0"/>
              <a:t>        }</a:t>
            </a:r>
          </a:p>
          <a:p>
            <a:pPr marL="0" indent="0">
              <a:buNone/>
            </a:pPr>
            <a:r>
              <a:rPr lang="en-US" dirty="0"/>
              <a:t>         move(n-1, </a:t>
            </a:r>
            <a:r>
              <a:rPr lang="en-US" dirty="0" err="1"/>
              <a:t>fromPeg</a:t>
            </a:r>
            <a:r>
              <a:rPr lang="en-US" dirty="0"/>
              <a:t>,        </a:t>
            </a:r>
            <a:r>
              <a:rPr lang="en-US" dirty="0" err="1"/>
              <a:t>availablePeg</a:t>
            </a:r>
            <a:r>
              <a:rPr lang="en-US" dirty="0"/>
              <a:t>,  </a:t>
            </a:r>
            <a:r>
              <a:rPr lang="en-US" dirty="0" err="1"/>
              <a:t>toPeg</a:t>
            </a:r>
            <a:r>
              <a:rPr lang="en-US" dirty="0"/>
              <a:t>);</a:t>
            </a:r>
          </a:p>
          <a:p>
            <a:pPr marL="0" indent="0">
              <a:buNone/>
            </a:pPr>
            <a:r>
              <a:rPr lang="en-US" dirty="0"/>
              <a:t>         move(1,     </a:t>
            </a:r>
            <a:r>
              <a:rPr lang="en-US" dirty="0" err="1"/>
              <a:t>fromPeg</a:t>
            </a:r>
            <a:r>
              <a:rPr lang="en-US" dirty="0"/>
              <a:t>,        </a:t>
            </a:r>
            <a:r>
              <a:rPr lang="en-US" dirty="0" err="1"/>
              <a:t>toPeg</a:t>
            </a:r>
            <a:r>
              <a:rPr lang="en-US" dirty="0"/>
              <a:t>,	   </a:t>
            </a:r>
            <a:r>
              <a:rPr lang="en-US" dirty="0" err="1"/>
              <a:t>availablePeg</a:t>
            </a:r>
            <a:r>
              <a:rPr lang="en-US" dirty="0"/>
              <a:t>);</a:t>
            </a:r>
          </a:p>
          <a:p>
            <a:pPr marL="0" indent="0">
              <a:buNone/>
            </a:pPr>
            <a:r>
              <a:rPr lang="en-US" dirty="0"/>
              <a:t>         move(n-1, </a:t>
            </a:r>
            <a:r>
              <a:rPr lang="en-US" dirty="0" err="1"/>
              <a:t>availablePeg</a:t>
            </a:r>
            <a:r>
              <a:rPr lang="en-US" dirty="0"/>
              <a:t>, </a:t>
            </a:r>
            <a:r>
              <a:rPr lang="en-US" dirty="0" err="1"/>
              <a:t>toPeg</a:t>
            </a:r>
            <a:r>
              <a:rPr lang="en-US" dirty="0"/>
              <a:t>, 	   </a:t>
            </a:r>
            <a:r>
              <a:rPr lang="en-US" dirty="0" err="1"/>
              <a:t>fromPeg</a:t>
            </a:r>
            <a:r>
              <a:rPr lang="en-US" dirty="0"/>
              <a:t>);</a:t>
            </a:r>
          </a:p>
          <a:p>
            <a:pPr marL="0" indent="0">
              <a:buNone/>
            </a:pPr>
            <a:r>
              <a:rPr lang="en-US" dirty="0"/>
              <a:t>     }</a:t>
            </a:r>
            <a:endParaRPr lang="th-TH" dirty="0"/>
          </a:p>
        </p:txBody>
      </p:sp>
      <p:sp>
        <p:nvSpPr>
          <p:cNvPr id="4" name="Footer Placeholder 3"/>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p:cNvSpPr>
            <a:spLocks noGrp="1"/>
          </p:cNvSpPr>
          <p:nvPr>
            <p:ph type="sldNum" sz="quarter" idx="12"/>
          </p:nvPr>
        </p:nvSpPr>
        <p:spPr/>
        <p:txBody>
          <a:bodyPr/>
          <a:lstStyle/>
          <a:p>
            <a:fld id="{1599CD94-7BFF-42C6-81AA-C1D79CE29F44}" type="slidenum">
              <a:rPr lang="en-US" altLang="th-TH" smtClean="0"/>
              <a:pPr/>
              <a:t>67</a:t>
            </a:fld>
            <a:endParaRPr lang="en-US" altLang="th-TH"/>
          </a:p>
        </p:txBody>
      </p:sp>
    </p:spTree>
    <p:extLst>
      <p:ext uri="{BB962C8B-B14F-4D97-AF65-F5344CB8AC3E}">
        <p14:creationId xmlns:p14="http://schemas.microsoft.com/office/powerpoint/2010/main" val="18541964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Rectangle 2"/>
          <p:cNvSpPr>
            <a:spLocks noGrp="1" noChangeArrowheads="1"/>
          </p:cNvSpPr>
          <p:nvPr>
            <p:ph type="title"/>
          </p:nvPr>
        </p:nvSpPr>
        <p:spPr>
          <a:xfrm>
            <a:off x="628650" y="365127"/>
            <a:ext cx="7886700" cy="1006474"/>
          </a:xfrm>
        </p:spPr>
        <p:txBody>
          <a:bodyPr/>
          <a:lstStyle/>
          <a:p>
            <a:r>
              <a:rPr lang="en-US" altLang="th-TH" dirty="0"/>
              <a:t>Example 3: Counting #bits</a:t>
            </a:r>
          </a:p>
        </p:txBody>
      </p:sp>
      <p:pic>
        <p:nvPicPr>
          <p:cNvPr id="356356" name="Picture 4" descr="2_4b"/>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57200" y="1301750"/>
            <a:ext cx="8686800" cy="1987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211627D0-4C10-41DD-AB52-E2F2187B8108}" type="slidenum">
              <a:rPr lang="en-US" altLang="th-TH"/>
              <a:pPr/>
              <a:t>68</a:t>
            </a:fld>
            <a:endParaRPr lang="en-US" altLang="th-TH"/>
          </a:p>
        </p:txBody>
      </p:sp>
      <p:sp>
        <p:nvSpPr>
          <p:cNvPr id="6" name="TextBox 3"/>
          <p:cNvSpPr txBox="1">
            <a:spLocks noChangeArrowheads="1"/>
          </p:cNvSpPr>
          <p:nvPr/>
        </p:nvSpPr>
        <p:spPr bwMode="auto">
          <a:xfrm>
            <a:off x="1447800" y="3581400"/>
            <a:ext cx="6477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r>
              <a:rPr lang="en-US" altLang="th-TH" dirty="0"/>
              <a:t>A(n) = A(</a:t>
            </a:r>
            <a:r>
              <a:rPr lang="en-US" altLang="th-TH" dirty="0">
                <a:sym typeface="Symbol" panose="05050102010706020507" pitchFamily="18" charset="2"/>
              </a:rPr>
              <a:t>n/2) + 1;    A(1) = 0</a:t>
            </a:r>
          </a:p>
          <a:p>
            <a:r>
              <a:rPr lang="en-US" altLang="th-TH" dirty="0">
                <a:sym typeface="Symbol" panose="05050102010706020507" pitchFamily="18" charset="2"/>
              </a:rPr>
              <a:t>A(2</a:t>
            </a:r>
            <a:r>
              <a:rPr lang="en-US" altLang="th-TH" baseline="30000" dirty="0">
                <a:sym typeface="Symbol" panose="05050102010706020507" pitchFamily="18" charset="2"/>
              </a:rPr>
              <a:t>k</a:t>
            </a:r>
            <a:r>
              <a:rPr lang="en-US" altLang="th-TH" dirty="0">
                <a:sym typeface="Symbol" panose="05050102010706020507" pitchFamily="18" charset="2"/>
              </a:rPr>
              <a:t> ) = A(2</a:t>
            </a:r>
            <a:r>
              <a:rPr lang="en-US" altLang="th-TH" baseline="30000" dirty="0">
                <a:sym typeface="Symbol" panose="05050102010706020507" pitchFamily="18" charset="2"/>
              </a:rPr>
              <a:t>k-1</a:t>
            </a:r>
            <a:r>
              <a:rPr lang="en-US" altLang="th-TH" dirty="0">
                <a:sym typeface="Symbol" panose="05050102010706020507" pitchFamily="18" charset="2"/>
              </a:rPr>
              <a:t> ) + 1  for k&gt;0;   A(2</a:t>
            </a:r>
            <a:r>
              <a:rPr lang="en-US" altLang="th-TH" baseline="30000" dirty="0">
                <a:sym typeface="Symbol" panose="05050102010706020507" pitchFamily="18" charset="2"/>
              </a:rPr>
              <a:t>0</a:t>
            </a:r>
            <a:r>
              <a:rPr lang="en-US" altLang="th-TH" dirty="0">
                <a:sym typeface="Symbol" panose="05050102010706020507" pitchFamily="18" charset="2"/>
              </a:rPr>
              <a:t> ) = 0</a:t>
            </a:r>
          </a:p>
          <a:p>
            <a:r>
              <a:rPr lang="en-US" altLang="th-TH" dirty="0">
                <a:sym typeface="Symbol" panose="05050102010706020507" pitchFamily="18" charset="2"/>
              </a:rPr>
              <a:t>Use backward substitute</a:t>
            </a:r>
          </a:p>
          <a:p>
            <a:endParaRPr lang="en-US" altLang="th-TH" dirty="0">
              <a:sym typeface="Symbol" panose="05050102010706020507" pitchFamily="18" charset="2"/>
            </a:endParaRPr>
          </a:p>
          <a:p>
            <a:r>
              <a:rPr lang="en-US" altLang="th-TH" dirty="0">
                <a:sym typeface="Symbol" panose="05050102010706020507" pitchFamily="18" charset="2"/>
              </a:rPr>
              <a:t> A(2</a:t>
            </a:r>
            <a:r>
              <a:rPr lang="en-US" altLang="th-TH" baseline="30000" dirty="0">
                <a:sym typeface="Symbol" panose="05050102010706020507" pitchFamily="18" charset="2"/>
              </a:rPr>
              <a:t>k</a:t>
            </a:r>
            <a:r>
              <a:rPr lang="en-US" altLang="th-TH" dirty="0">
                <a:sym typeface="Symbol" panose="05050102010706020507" pitchFamily="18" charset="2"/>
              </a:rPr>
              <a:t> ) = A(1) + k = k</a:t>
            </a:r>
          </a:p>
          <a:p>
            <a:r>
              <a:rPr lang="en-US" altLang="th-TH" dirty="0">
                <a:sym typeface="Symbol" panose="05050102010706020507" pitchFamily="18" charset="2"/>
              </a:rPr>
              <a:t> if n =2</a:t>
            </a:r>
            <a:r>
              <a:rPr lang="en-US" altLang="th-TH" baseline="30000" dirty="0">
                <a:sym typeface="Symbol" panose="05050102010706020507" pitchFamily="18" charset="2"/>
              </a:rPr>
              <a:t>k</a:t>
            </a:r>
            <a:r>
              <a:rPr lang="en-US" altLang="th-TH" dirty="0">
                <a:sym typeface="Symbol" panose="05050102010706020507" pitchFamily="18" charset="2"/>
              </a:rPr>
              <a:t> , then k = log</a:t>
            </a:r>
            <a:r>
              <a:rPr lang="en-US" altLang="th-TH" baseline="-25000" dirty="0">
                <a:sym typeface="Symbol" panose="05050102010706020507" pitchFamily="18" charset="2"/>
              </a:rPr>
              <a:t>2</a:t>
            </a:r>
            <a:r>
              <a:rPr lang="en-US" altLang="th-TH" dirty="0">
                <a:sym typeface="Symbol" panose="05050102010706020507" pitchFamily="18" charset="2"/>
              </a:rPr>
              <a:t> n</a:t>
            </a:r>
          </a:p>
          <a:p>
            <a:r>
              <a:rPr lang="en-US" altLang="th-TH" dirty="0">
                <a:sym typeface="Symbol" panose="05050102010706020507" pitchFamily="18" charset="2"/>
              </a:rPr>
              <a:t> A(n) = log</a:t>
            </a:r>
            <a:r>
              <a:rPr lang="en-US" altLang="th-TH" baseline="-25000" dirty="0">
                <a:sym typeface="Symbol" panose="05050102010706020507" pitchFamily="18" charset="2"/>
              </a:rPr>
              <a:t>2</a:t>
            </a:r>
            <a:r>
              <a:rPr lang="en-US" altLang="th-TH" dirty="0">
                <a:sym typeface="Symbol" panose="05050102010706020507" pitchFamily="18" charset="2"/>
              </a:rPr>
              <a:t> n</a:t>
            </a:r>
            <a:endParaRPr lang="en-US" altLang="th-TH"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67B75-878C-4E85-AD69-436696BCD6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82D3ED-A27F-4E1E-B7E3-7D28D1D2D71E}"/>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C8F0398E-7785-4BBD-8037-7513B9210D53}"/>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F405A4B7-6BA9-4F28-AD75-D5CF2E711B6E}"/>
              </a:ext>
            </a:extLst>
          </p:cNvPr>
          <p:cNvSpPr>
            <a:spLocks noGrp="1"/>
          </p:cNvSpPr>
          <p:nvPr>
            <p:ph type="sldNum" sz="quarter" idx="12"/>
          </p:nvPr>
        </p:nvSpPr>
        <p:spPr/>
        <p:txBody>
          <a:bodyPr/>
          <a:lstStyle/>
          <a:p>
            <a:fld id="{1599CD94-7BFF-42C6-81AA-C1D79CE29F44}" type="slidenum">
              <a:rPr lang="en-US" altLang="th-TH" smtClean="0"/>
              <a:pPr/>
              <a:t>69</a:t>
            </a:fld>
            <a:endParaRPr lang="en-US" altLang="th-TH"/>
          </a:p>
        </p:txBody>
      </p:sp>
    </p:spTree>
    <p:extLst>
      <p:ext uri="{BB962C8B-B14F-4D97-AF65-F5344CB8AC3E}">
        <p14:creationId xmlns:p14="http://schemas.microsoft.com/office/powerpoint/2010/main" val="24743269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C937B-B40E-43D6-B452-9F683154D3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5BE475-C860-4DFC-9913-A4C8D31AB472}"/>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1DCA1A6-E9EC-4DCE-BCE0-0C43B01F7FAD}"/>
              </a:ext>
            </a:extLst>
          </p:cNvPr>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4">
            <a:extLst>
              <a:ext uri="{FF2B5EF4-FFF2-40B4-BE49-F238E27FC236}">
                <a16:creationId xmlns:a16="http://schemas.microsoft.com/office/drawing/2014/main" id="{34CCE9BC-A878-415E-A21C-B1EFD11EBEB7}"/>
              </a:ext>
            </a:extLst>
          </p:cNvPr>
          <p:cNvSpPr>
            <a:spLocks noGrp="1"/>
          </p:cNvSpPr>
          <p:nvPr>
            <p:ph type="sldNum" sz="quarter" idx="12"/>
          </p:nvPr>
        </p:nvSpPr>
        <p:spPr/>
        <p:txBody>
          <a:bodyPr/>
          <a:lstStyle/>
          <a:p>
            <a:fld id="{1599CD94-7BFF-42C6-81AA-C1D79CE29F44}" type="slidenum">
              <a:rPr lang="en-US" altLang="th-TH" smtClean="0"/>
              <a:pPr/>
              <a:t>70</a:t>
            </a:fld>
            <a:endParaRPr lang="en-US" altLang="th-TH"/>
          </a:p>
        </p:txBody>
      </p:sp>
    </p:spTree>
    <p:extLst>
      <p:ext uri="{BB962C8B-B14F-4D97-AF65-F5344CB8AC3E}">
        <p14:creationId xmlns:p14="http://schemas.microsoft.com/office/powerpoint/2010/main" val="10801874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a:xfrm>
            <a:off x="533400" y="228600"/>
            <a:ext cx="7588250" cy="685800"/>
          </a:xfrm>
        </p:spPr>
        <p:txBody>
          <a:bodyPr/>
          <a:lstStyle/>
          <a:p>
            <a:r>
              <a:rPr lang="en-US" altLang="th-TH"/>
              <a:t>Fibonacci numbers</a:t>
            </a:r>
          </a:p>
        </p:txBody>
      </p:sp>
      <p:sp>
        <p:nvSpPr>
          <p:cNvPr id="315395" name="Rectangle 3"/>
          <p:cNvSpPr>
            <a:spLocks noGrp="1" noChangeArrowheads="1"/>
          </p:cNvSpPr>
          <p:nvPr>
            <p:ph idx="1"/>
          </p:nvPr>
        </p:nvSpPr>
        <p:spPr>
          <a:xfrm>
            <a:off x="533400" y="1219200"/>
            <a:ext cx="7889875" cy="4367213"/>
          </a:xfrm>
        </p:spPr>
        <p:txBody>
          <a:bodyPr/>
          <a:lstStyle/>
          <a:p>
            <a:pPr>
              <a:buFont typeface="Monotype Sorts" pitchFamily="2" charset="2"/>
              <a:buNone/>
            </a:pPr>
            <a:r>
              <a:rPr lang="en-US" altLang="th-TH"/>
              <a:t>The Fibonacci numbers:</a:t>
            </a:r>
          </a:p>
          <a:p>
            <a:pPr lvl="1">
              <a:buFontTx/>
              <a:buNone/>
            </a:pPr>
            <a:r>
              <a:rPr lang="en-US" altLang="th-TH" sz="2400"/>
              <a:t>0, 1, 1, 2, 3, 5, 8, 13, 21, … </a:t>
            </a:r>
          </a:p>
          <a:p>
            <a:pPr lvl="1">
              <a:buFontTx/>
              <a:buNone/>
            </a:pPr>
            <a:endParaRPr lang="en-US" altLang="th-TH" sz="2400"/>
          </a:p>
          <a:p>
            <a:pPr>
              <a:buFont typeface="Monotype Sorts" pitchFamily="2" charset="2"/>
              <a:buNone/>
            </a:pPr>
            <a:r>
              <a:rPr lang="en-US" altLang="th-TH"/>
              <a:t>The Fibonacci recurrence:</a:t>
            </a:r>
          </a:p>
          <a:p>
            <a:pPr lvl="1">
              <a:buFontTx/>
              <a:buNone/>
            </a:pPr>
            <a:r>
              <a:rPr lang="en-US" altLang="th-TH" sz="2400"/>
              <a:t>F(</a:t>
            </a:r>
            <a:r>
              <a:rPr lang="en-US" altLang="th-TH" sz="2400" i="1"/>
              <a:t>n</a:t>
            </a:r>
            <a:r>
              <a:rPr lang="en-US" altLang="th-TH" sz="2400"/>
              <a:t>) = F(</a:t>
            </a:r>
            <a:r>
              <a:rPr lang="en-US" altLang="th-TH" sz="2400" i="1"/>
              <a:t>n</a:t>
            </a:r>
            <a:r>
              <a:rPr lang="en-US" altLang="th-TH" sz="2400"/>
              <a:t>-1) + F(</a:t>
            </a:r>
            <a:r>
              <a:rPr lang="en-US" altLang="th-TH" sz="2400" i="1"/>
              <a:t>n</a:t>
            </a:r>
            <a:r>
              <a:rPr lang="en-US" altLang="th-TH" sz="2400"/>
              <a:t>-2) </a:t>
            </a:r>
          </a:p>
          <a:p>
            <a:pPr lvl="1">
              <a:buFontTx/>
              <a:buNone/>
            </a:pPr>
            <a:r>
              <a:rPr lang="en-US" altLang="th-TH" sz="2400"/>
              <a:t>F(0) = 0   </a:t>
            </a:r>
          </a:p>
          <a:p>
            <a:pPr lvl="1">
              <a:buFontTx/>
              <a:buNone/>
            </a:pPr>
            <a:r>
              <a:rPr lang="en-US" altLang="th-TH" sz="2400"/>
              <a:t>F(1) = 1</a:t>
            </a:r>
          </a:p>
          <a:p>
            <a:pPr lvl="1">
              <a:buFontTx/>
              <a:buNone/>
            </a:pPr>
            <a:endParaRPr lang="en-US" altLang="th-TH" sz="2400"/>
          </a:p>
          <a:p>
            <a:pPr>
              <a:buFont typeface="Monotype Sorts" pitchFamily="2" charset="2"/>
              <a:buNone/>
            </a:pPr>
            <a:r>
              <a:rPr lang="en-US" altLang="th-TH"/>
              <a:t>General 2</a:t>
            </a:r>
            <a:r>
              <a:rPr lang="en-US" altLang="th-TH" baseline="30000"/>
              <a:t>nd</a:t>
            </a:r>
            <a:r>
              <a:rPr lang="en-US" altLang="th-TH"/>
              <a:t> order linear homogeneous recurrence with </a:t>
            </a:r>
          </a:p>
          <a:p>
            <a:pPr>
              <a:buFont typeface="Monotype Sorts" pitchFamily="2" charset="2"/>
              <a:buNone/>
            </a:pPr>
            <a:r>
              <a:rPr lang="en-US" altLang="th-TH"/>
              <a:t>constant coefficients:</a:t>
            </a:r>
          </a:p>
          <a:p>
            <a:pPr lvl="1">
              <a:buFontTx/>
              <a:buNone/>
            </a:pPr>
            <a:r>
              <a:rPr lang="en-US" altLang="th-TH" sz="2400" i="1"/>
              <a:t>                  a</a:t>
            </a:r>
            <a:r>
              <a:rPr lang="en-US" altLang="th-TH" sz="2400"/>
              <a:t>X(</a:t>
            </a:r>
            <a:r>
              <a:rPr lang="en-US" altLang="th-TH" sz="2400" i="1"/>
              <a:t>n</a:t>
            </a:r>
            <a:r>
              <a:rPr lang="en-US" altLang="th-TH" sz="2400"/>
              <a:t>) + </a:t>
            </a:r>
            <a:r>
              <a:rPr lang="en-US" altLang="th-TH" sz="2400" i="1"/>
              <a:t>b</a:t>
            </a:r>
            <a:r>
              <a:rPr lang="en-US" altLang="th-TH" sz="2400"/>
              <a:t>X(</a:t>
            </a:r>
            <a:r>
              <a:rPr lang="en-US" altLang="th-TH" sz="2400" i="1"/>
              <a:t>n</a:t>
            </a:r>
            <a:r>
              <a:rPr lang="en-US" altLang="th-TH" sz="2400"/>
              <a:t>-1) + </a:t>
            </a:r>
            <a:r>
              <a:rPr lang="en-US" altLang="th-TH" sz="2400" i="1"/>
              <a:t>c</a:t>
            </a:r>
            <a:r>
              <a:rPr lang="en-US" altLang="th-TH" sz="2400"/>
              <a:t>X</a:t>
            </a:r>
            <a:r>
              <a:rPr lang="en-US" altLang="th-TH" sz="2400" i="1"/>
              <a:t>(n</a:t>
            </a:r>
            <a:r>
              <a:rPr lang="en-US" altLang="th-TH" sz="2400"/>
              <a:t>-2) </a:t>
            </a:r>
            <a:r>
              <a:rPr lang="en-US" altLang="th-TH" sz="2400" i="1"/>
              <a:t>=</a:t>
            </a:r>
            <a:r>
              <a:rPr lang="en-US" altLang="th-TH" sz="2400"/>
              <a:t> 0</a:t>
            </a: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AA67404E-3454-4757-BC29-9A0D0A6667A2}" type="slidenum">
              <a:rPr lang="en-US" altLang="th-TH"/>
              <a:pPr/>
              <a:t>71</a:t>
            </a:fld>
            <a:endParaRPr lang="en-US" altLang="th-TH"/>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a:xfrm>
            <a:off x="533400" y="152400"/>
            <a:ext cx="8077200" cy="685800"/>
          </a:xfrm>
        </p:spPr>
        <p:txBody>
          <a:bodyPr/>
          <a:lstStyle/>
          <a:p>
            <a:r>
              <a:rPr lang="en-US" altLang="th-TH"/>
              <a:t>Solving   </a:t>
            </a:r>
            <a:r>
              <a:rPr lang="en-US" altLang="th-TH" i="1"/>
              <a:t>a</a:t>
            </a:r>
            <a:r>
              <a:rPr lang="en-US" altLang="th-TH"/>
              <a:t>X(</a:t>
            </a:r>
            <a:r>
              <a:rPr lang="en-US" altLang="th-TH" i="1"/>
              <a:t>n</a:t>
            </a:r>
            <a:r>
              <a:rPr lang="en-US" altLang="th-TH"/>
              <a:t>) + </a:t>
            </a:r>
            <a:r>
              <a:rPr lang="en-US" altLang="th-TH" i="1"/>
              <a:t>b</a:t>
            </a:r>
            <a:r>
              <a:rPr lang="en-US" altLang="th-TH"/>
              <a:t>X(</a:t>
            </a:r>
            <a:r>
              <a:rPr lang="en-US" altLang="th-TH" i="1"/>
              <a:t>n</a:t>
            </a:r>
            <a:r>
              <a:rPr lang="en-US" altLang="th-TH"/>
              <a:t>-1) + </a:t>
            </a:r>
            <a:r>
              <a:rPr lang="en-US" altLang="th-TH" i="1"/>
              <a:t>c</a:t>
            </a:r>
            <a:r>
              <a:rPr lang="en-US" altLang="th-TH"/>
              <a:t>X(</a:t>
            </a:r>
            <a:r>
              <a:rPr lang="en-US" altLang="th-TH" i="1"/>
              <a:t>n</a:t>
            </a:r>
            <a:r>
              <a:rPr lang="en-US" altLang="th-TH"/>
              <a:t>-2) </a:t>
            </a:r>
            <a:r>
              <a:rPr lang="en-US" altLang="th-TH" i="1"/>
              <a:t>=</a:t>
            </a:r>
            <a:r>
              <a:rPr lang="en-US" altLang="th-TH"/>
              <a:t> 0</a:t>
            </a:r>
          </a:p>
        </p:txBody>
      </p:sp>
      <p:sp>
        <p:nvSpPr>
          <p:cNvPr id="317443" name="Rectangle 3"/>
          <p:cNvSpPr>
            <a:spLocks noGrp="1" noChangeArrowheads="1"/>
          </p:cNvSpPr>
          <p:nvPr>
            <p:ph idx="1"/>
          </p:nvPr>
        </p:nvSpPr>
        <p:spPr>
          <a:xfrm>
            <a:off x="609600" y="1295400"/>
            <a:ext cx="8229600" cy="4572000"/>
          </a:xfrm>
        </p:spPr>
        <p:txBody>
          <a:bodyPr/>
          <a:lstStyle/>
          <a:p>
            <a:r>
              <a:rPr lang="en-US" altLang="th-TH"/>
              <a:t>Set up the characteristic equation (quadratic)</a:t>
            </a:r>
          </a:p>
          <a:p>
            <a:pPr>
              <a:buFont typeface="Monotype Sorts" pitchFamily="2" charset="2"/>
              <a:buNone/>
            </a:pPr>
            <a:r>
              <a:rPr lang="en-US" altLang="th-TH"/>
              <a:t>				 </a:t>
            </a:r>
            <a:r>
              <a:rPr lang="en-US" altLang="th-TH" i="1"/>
              <a:t>ar</a:t>
            </a:r>
            <a:r>
              <a:rPr lang="en-US" altLang="th-TH" baseline="30000"/>
              <a:t>2</a:t>
            </a:r>
            <a:r>
              <a:rPr lang="en-US" altLang="th-TH"/>
              <a:t> + </a:t>
            </a:r>
            <a:r>
              <a:rPr lang="en-US" altLang="th-TH" i="1"/>
              <a:t>br</a:t>
            </a:r>
            <a:r>
              <a:rPr lang="en-US" altLang="th-TH"/>
              <a:t> + </a:t>
            </a:r>
            <a:r>
              <a:rPr lang="en-US" altLang="th-TH" i="1"/>
              <a:t>c</a:t>
            </a:r>
            <a:r>
              <a:rPr lang="en-US" altLang="th-TH"/>
              <a:t> </a:t>
            </a:r>
            <a:r>
              <a:rPr lang="en-US" altLang="th-TH" i="1"/>
              <a:t>=</a:t>
            </a:r>
            <a:r>
              <a:rPr lang="en-US" altLang="th-TH"/>
              <a:t> 0</a:t>
            </a:r>
            <a:br>
              <a:rPr lang="en-US" altLang="th-TH"/>
            </a:br>
            <a:endParaRPr lang="en-US" altLang="th-TH"/>
          </a:p>
          <a:p>
            <a:r>
              <a:rPr lang="en-US" altLang="th-TH"/>
              <a:t>Solve to obtain roots </a:t>
            </a:r>
            <a:r>
              <a:rPr lang="en-US" altLang="th-TH" i="1"/>
              <a:t>r</a:t>
            </a:r>
            <a:r>
              <a:rPr lang="en-US" altLang="th-TH" baseline="-25000"/>
              <a:t>1</a:t>
            </a:r>
            <a:r>
              <a:rPr lang="en-US" altLang="th-TH"/>
              <a:t> and </a:t>
            </a:r>
            <a:r>
              <a:rPr lang="en-US" altLang="th-TH" i="1"/>
              <a:t>r</a:t>
            </a:r>
            <a:r>
              <a:rPr lang="en-US" altLang="th-TH" baseline="-25000"/>
              <a:t>2</a:t>
            </a:r>
            <a:endParaRPr lang="en-US" altLang="th-TH"/>
          </a:p>
          <a:p>
            <a:endParaRPr lang="en-US" altLang="th-TH"/>
          </a:p>
          <a:p>
            <a:r>
              <a:rPr lang="en-US" altLang="th-TH"/>
              <a:t>General solution to the recurrence</a:t>
            </a:r>
          </a:p>
          <a:p>
            <a:pPr lvl="1">
              <a:buFontTx/>
              <a:buNone/>
            </a:pPr>
            <a:r>
              <a:rPr lang="en-US" altLang="th-TH" sz="2400"/>
              <a:t>if </a:t>
            </a:r>
            <a:r>
              <a:rPr lang="en-US" altLang="th-TH" sz="2400" i="1"/>
              <a:t>r</a:t>
            </a:r>
            <a:r>
              <a:rPr lang="en-US" altLang="th-TH" sz="2400" baseline="-25000"/>
              <a:t>1 </a:t>
            </a:r>
            <a:r>
              <a:rPr lang="en-US" altLang="th-TH" sz="2400"/>
              <a:t>and </a:t>
            </a:r>
            <a:r>
              <a:rPr lang="en-US" altLang="th-TH" sz="2400" baseline="-25000"/>
              <a:t> </a:t>
            </a:r>
            <a:r>
              <a:rPr lang="en-US" altLang="th-TH" sz="2400" i="1"/>
              <a:t>r</a:t>
            </a:r>
            <a:r>
              <a:rPr lang="en-US" altLang="th-TH" sz="2400" baseline="-25000"/>
              <a:t>2 </a:t>
            </a:r>
            <a:r>
              <a:rPr lang="en-US" altLang="th-TH" sz="2400"/>
              <a:t> are two distinct real roots:  X(</a:t>
            </a:r>
            <a:r>
              <a:rPr lang="en-US" altLang="th-TH" sz="2400" i="1"/>
              <a:t>n</a:t>
            </a:r>
            <a:r>
              <a:rPr lang="en-US" altLang="th-TH" sz="2400"/>
              <a:t>) = </a:t>
            </a:r>
            <a:r>
              <a:rPr lang="el-GR" altLang="th-TH" sz="2400">
                <a:latin typeface="Arial" panose="020B0604020202020204" pitchFamily="34" charset="0"/>
                <a:cs typeface="Arial" panose="020B0604020202020204" pitchFamily="34" charset="0"/>
              </a:rPr>
              <a:t>α</a:t>
            </a:r>
            <a:r>
              <a:rPr lang="en-US" altLang="th-TH" sz="2400" i="1"/>
              <a:t>r</a:t>
            </a:r>
            <a:r>
              <a:rPr lang="en-US" altLang="th-TH" sz="2400" baseline="-25000"/>
              <a:t>1</a:t>
            </a:r>
            <a:r>
              <a:rPr lang="en-US" altLang="th-TH" sz="2400" i="1" baseline="30000"/>
              <a:t>n </a:t>
            </a:r>
            <a:r>
              <a:rPr lang="en-US" altLang="th-TH" sz="2400" i="1"/>
              <a:t>+ </a:t>
            </a:r>
            <a:r>
              <a:rPr lang="el-GR" altLang="th-TH" sz="2400">
                <a:latin typeface="Arial" panose="020B0604020202020204" pitchFamily="34" charset="0"/>
                <a:cs typeface="Arial" panose="020B0604020202020204" pitchFamily="34" charset="0"/>
              </a:rPr>
              <a:t>β</a:t>
            </a:r>
            <a:r>
              <a:rPr lang="en-US" altLang="th-TH" sz="2400" i="1"/>
              <a:t>r</a:t>
            </a:r>
            <a:r>
              <a:rPr lang="en-US" altLang="th-TH" sz="2400" baseline="-25000"/>
              <a:t>2</a:t>
            </a:r>
            <a:r>
              <a:rPr lang="en-US" altLang="th-TH" sz="2400" i="1" baseline="30000"/>
              <a:t>n</a:t>
            </a:r>
          </a:p>
          <a:p>
            <a:pPr lvl="1">
              <a:buFontTx/>
              <a:buNone/>
            </a:pPr>
            <a:r>
              <a:rPr lang="en-US" altLang="th-TH" sz="2400"/>
              <a:t>if </a:t>
            </a:r>
            <a:r>
              <a:rPr lang="en-US" altLang="th-TH" sz="2400" i="1"/>
              <a:t>r</a:t>
            </a:r>
            <a:r>
              <a:rPr lang="en-US" altLang="th-TH" sz="2400" baseline="-25000"/>
              <a:t>1 </a:t>
            </a:r>
            <a:r>
              <a:rPr lang="en-US" altLang="th-TH" sz="2400"/>
              <a:t>=</a:t>
            </a:r>
            <a:r>
              <a:rPr lang="en-US" altLang="th-TH" sz="2400" baseline="-25000"/>
              <a:t> </a:t>
            </a:r>
            <a:r>
              <a:rPr lang="en-US" altLang="th-TH" sz="2400" i="1"/>
              <a:t>r</a:t>
            </a:r>
            <a:r>
              <a:rPr lang="en-US" altLang="th-TH" sz="2400" baseline="-25000"/>
              <a:t>2 </a:t>
            </a:r>
            <a:r>
              <a:rPr lang="en-US" altLang="th-TH" sz="2400"/>
              <a:t>= </a:t>
            </a:r>
            <a:r>
              <a:rPr lang="en-US" altLang="th-TH" sz="2400" i="1"/>
              <a:t>r</a:t>
            </a:r>
            <a:r>
              <a:rPr lang="en-US" altLang="th-TH" sz="2400"/>
              <a:t> are two equal real roots:      X(</a:t>
            </a:r>
            <a:r>
              <a:rPr lang="en-US" altLang="th-TH" sz="2400" i="1"/>
              <a:t>n</a:t>
            </a:r>
            <a:r>
              <a:rPr lang="en-US" altLang="th-TH" sz="2400"/>
              <a:t>) = </a:t>
            </a:r>
            <a:r>
              <a:rPr lang="el-GR" altLang="th-TH" sz="2400">
                <a:latin typeface="Arial" panose="020B0604020202020204" pitchFamily="34" charset="0"/>
                <a:cs typeface="Arial" panose="020B0604020202020204" pitchFamily="34" charset="0"/>
              </a:rPr>
              <a:t>α</a:t>
            </a:r>
            <a:r>
              <a:rPr lang="en-US" altLang="th-TH" sz="2400" i="1"/>
              <a:t>r</a:t>
            </a:r>
            <a:r>
              <a:rPr lang="en-US" altLang="th-TH" sz="2400" i="1" baseline="30000"/>
              <a:t>n </a:t>
            </a:r>
            <a:r>
              <a:rPr lang="en-US" altLang="th-TH" sz="2400" i="1"/>
              <a:t>+ </a:t>
            </a:r>
            <a:r>
              <a:rPr lang="el-GR" altLang="th-TH" sz="2400">
                <a:latin typeface="Arial" panose="020B0604020202020204" pitchFamily="34" charset="0"/>
                <a:cs typeface="Arial" panose="020B0604020202020204" pitchFamily="34" charset="0"/>
              </a:rPr>
              <a:t>β</a:t>
            </a:r>
            <a:r>
              <a:rPr lang="en-US" altLang="th-TH" sz="2400" i="1"/>
              <a:t>nr</a:t>
            </a:r>
            <a:r>
              <a:rPr lang="en-US" altLang="th-TH" sz="2400" baseline="-25000"/>
              <a:t> </a:t>
            </a:r>
            <a:r>
              <a:rPr lang="en-US" altLang="th-TH" sz="2400" i="1" baseline="30000"/>
              <a:t>n</a:t>
            </a:r>
            <a:endParaRPr lang="el-GR" altLang="th-TH" sz="2400"/>
          </a:p>
          <a:p>
            <a:endParaRPr lang="en-US" altLang="th-TH" i="1" baseline="30000"/>
          </a:p>
          <a:p>
            <a:r>
              <a:rPr lang="en-US" altLang="th-TH"/>
              <a:t>Particular solution can be found by using initial conditions</a:t>
            </a:r>
            <a:endParaRPr lang="en-US" altLang="th-TH" i="1" baseline="30000"/>
          </a:p>
          <a:p>
            <a:endParaRPr lang="en-US" altLang="th-TH"/>
          </a:p>
          <a:p>
            <a:pPr>
              <a:buFont typeface="Monotype Sorts" pitchFamily="2" charset="2"/>
              <a:buNone/>
            </a:pPr>
            <a:endParaRPr lang="en-US" altLang="th-TH"/>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76F297CB-42C4-4BAD-87EA-55E6735A09F1}" type="slidenum">
              <a:rPr lang="en-US" altLang="th-TH"/>
              <a:pPr/>
              <a:t>72</a:t>
            </a:fld>
            <a:endParaRPr lang="en-US" altLang="th-TH"/>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Grp="1" noChangeArrowheads="1"/>
          </p:cNvSpPr>
          <p:nvPr>
            <p:ph type="title"/>
          </p:nvPr>
        </p:nvSpPr>
        <p:spPr>
          <a:xfrm>
            <a:off x="609600" y="0"/>
            <a:ext cx="7588250" cy="685800"/>
          </a:xfrm>
        </p:spPr>
        <p:txBody>
          <a:bodyPr/>
          <a:lstStyle/>
          <a:p>
            <a:r>
              <a:rPr lang="en-US" altLang="th-TH"/>
              <a:t>Application to the Fibonacci numbers</a:t>
            </a:r>
          </a:p>
        </p:txBody>
      </p:sp>
      <p:sp>
        <p:nvSpPr>
          <p:cNvPr id="320515" name="Rectangle 3"/>
          <p:cNvSpPr>
            <a:spLocks noGrp="1" noChangeArrowheads="1"/>
          </p:cNvSpPr>
          <p:nvPr>
            <p:ph idx="1"/>
          </p:nvPr>
        </p:nvSpPr>
        <p:spPr>
          <a:xfrm>
            <a:off x="533400" y="1219200"/>
            <a:ext cx="8097838" cy="4427538"/>
          </a:xfrm>
        </p:spPr>
        <p:txBody>
          <a:bodyPr/>
          <a:lstStyle/>
          <a:p>
            <a:pPr>
              <a:buFont typeface="Monotype Sorts" pitchFamily="2" charset="2"/>
              <a:buNone/>
            </a:pPr>
            <a:r>
              <a:rPr lang="en-US" altLang="th-TH"/>
              <a:t>F(</a:t>
            </a:r>
            <a:r>
              <a:rPr lang="en-US" altLang="th-TH" i="1"/>
              <a:t>n</a:t>
            </a:r>
            <a:r>
              <a:rPr lang="en-US" altLang="th-TH"/>
              <a:t>) = F(</a:t>
            </a:r>
            <a:r>
              <a:rPr lang="en-US" altLang="th-TH" i="1"/>
              <a:t>n</a:t>
            </a:r>
            <a:r>
              <a:rPr lang="en-US" altLang="th-TH"/>
              <a:t>-1) + F(</a:t>
            </a:r>
            <a:r>
              <a:rPr lang="en-US" altLang="th-TH" i="1"/>
              <a:t>n</a:t>
            </a:r>
            <a:r>
              <a:rPr lang="en-US" altLang="th-TH"/>
              <a:t>-2)  or  F(</a:t>
            </a:r>
            <a:r>
              <a:rPr lang="en-US" altLang="th-TH" i="1"/>
              <a:t>n</a:t>
            </a:r>
            <a:r>
              <a:rPr lang="en-US" altLang="th-TH"/>
              <a:t>) - F(</a:t>
            </a:r>
            <a:r>
              <a:rPr lang="en-US" altLang="th-TH" i="1"/>
              <a:t>n</a:t>
            </a:r>
            <a:r>
              <a:rPr lang="en-US" altLang="th-TH"/>
              <a:t>-1) - F(</a:t>
            </a:r>
            <a:r>
              <a:rPr lang="en-US" altLang="th-TH" i="1"/>
              <a:t>n</a:t>
            </a:r>
            <a:r>
              <a:rPr lang="en-US" altLang="th-TH"/>
              <a:t>-2) = 0</a:t>
            </a:r>
            <a:br>
              <a:rPr lang="en-US" altLang="th-TH"/>
            </a:br>
            <a:endParaRPr lang="en-US" altLang="th-TH"/>
          </a:p>
          <a:p>
            <a:pPr>
              <a:buFont typeface="Monotype Sorts" pitchFamily="2" charset="2"/>
              <a:buNone/>
            </a:pPr>
            <a:r>
              <a:rPr lang="en-US" altLang="th-TH"/>
              <a:t>Characteristic equation:</a:t>
            </a:r>
            <a:br>
              <a:rPr lang="en-US" altLang="th-TH"/>
            </a:br>
            <a:r>
              <a:rPr lang="en-US" altLang="th-TH"/>
              <a:t> </a:t>
            </a:r>
          </a:p>
          <a:p>
            <a:pPr>
              <a:buFont typeface="Monotype Sorts" pitchFamily="2" charset="2"/>
              <a:buNone/>
            </a:pPr>
            <a:r>
              <a:rPr lang="en-US" altLang="th-TH"/>
              <a:t>Roots of the characteristic equation:</a:t>
            </a:r>
            <a:br>
              <a:rPr lang="en-US" altLang="th-TH"/>
            </a:br>
            <a:endParaRPr lang="en-US" altLang="th-TH"/>
          </a:p>
          <a:p>
            <a:pPr>
              <a:buFont typeface="Monotype Sorts" pitchFamily="2" charset="2"/>
              <a:buNone/>
            </a:pPr>
            <a:r>
              <a:rPr lang="en-US" altLang="th-TH"/>
              <a:t>General solution to the recurrence:</a:t>
            </a:r>
            <a:br>
              <a:rPr lang="en-US" altLang="th-TH"/>
            </a:br>
            <a:endParaRPr lang="en-US" altLang="th-TH"/>
          </a:p>
          <a:p>
            <a:pPr>
              <a:buFont typeface="Monotype Sorts" pitchFamily="2" charset="2"/>
              <a:buNone/>
            </a:pPr>
            <a:r>
              <a:rPr lang="en-US" altLang="th-TH"/>
              <a:t>Particular solution for F(0) =0, F(1)=1:</a:t>
            </a:r>
          </a:p>
        </p:txBody>
      </p:sp>
      <p:sp>
        <p:nvSpPr>
          <p:cNvPr id="4"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5" name="Slide Number Placeholder 5"/>
          <p:cNvSpPr>
            <a:spLocks noGrp="1"/>
          </p:cNvSpPr>
          <p:nvPr>
            <p:ph type="sldNum" sz="quarter" idx="12"/>
          </p:nvPr>
        </p:nvSpPr>
        <p:spPr/>
        <p:txBody>
          <a:bodyPr/>
          <a:lstStyle/>
          <a:p>
            <a:fld id="{64A4D2E3-A39C-405C-8705-E55948622F96}" type="slidenum">
              <a:rPr lang="en-US" altLang="th-TH"/>
              <a:pPr/>
              <a:t>73</a:t>
            </a:fld>
            <a:endParaRPr lang="en-US" altLang="th-TH"/>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r>
              <a:rPr lang="en-US" altLang="th-TH"/>
              <a:t>Computing Fibonacci numbers</a:t>
            </a:r>
          </a:p>
        </p:txBody>
      </p:sp>
      <p:sp>
        <p:nvSpPr>
          <p:cNvPr id="227331" name="Rectangle 3"/>
          <p:cNvSpPr>
            <a:spLocks noGrp="1" noChangeArrowheads="1"/>
          </p:cNvSpPr>
          <p:nvPr>
            <p:ph idx="1"/>
          </p:nvPr>
        </p:nvSpPr>
        <p:spPr/>
        <p:txBody>
          <a:bodyPr/>
          <a:lstStyle/>
          <a:p>
            <a:pPr marL="457200" indent="-457200">
              <a:buFont typeface="Monotype Sorts" pitchFamily="2" charset="2"/>
              <a:buAutoNum type="arabicPeriod"/>
            </a:pPr>
            <a:r>
              <a:rPr lang="en-US" altLang="th-TH" dirty="0"/>
              <a:t>Definition-based recursive algorithm</a:t>
            </a:r>
          </a:p>
          <a:p>
            <a:pPr marL="457200" indent="-457200">
              <a:buFont typeface="Monotype Sorts" pitchFamily="2" charset="2"/>
              <a:buAutoNum type="arabicPeriod"/>
            </a:pPr>
            <a:endParaRPr lang="en-US" altLang="th-TH" dirty="0"/>
          </a:p>
          <a:p>
            <a:pPr marL="457200" indent="-457200">
              <a:buFont typeface="Monotype Sorts" pitchFamily="2" charset="2"/>
              <a:buAutoNum type="arabicPeriod"/>
            </a:pPr>
            <a:r>
              <a:rPr lang="en-US" altLang="th-TH" dirty="0" err="1"/>
              <a:t>Nonrecursive</a:t>
            </a:r>
            <a:r>
              <a:rPr lang="en-US" altLang="th-TH" dirty="0"/>
              <a:t> definition-based algorithm</a:t>
            </a:r>
          </a:p>
          <a:p>
            <a:pPr marL="457200" indent="-457200">
              <a:buFont typeface="Monotype Sorts" pitchFamily="2" charset="2"/>
              <a:buAutoNum type="arabicPeriod"/>
            </a:pPr>
            <a:endParaRPr lang="en-US" altLang="th-TH" dirty="0"/>
          </a:p>
          <a:p>
            <a:pPr marL="457200" indent="-457200">
              <a:buFont typeface="Monotype Sorts" pitchFamily="2" charset="2"/>
              <a:buAutoNum type="arabicPeriod"/>
            </a:pPr>
            <a:r>
              <a:rPr lang="en-US" altLang="th-TH" dirty="0"/>
              <a:t>Explicit formula algorithm</a:t>
            </a:r>
          </a:p>
          <a:p>
            <a:pPr marL="457200" indent="-457200">
              <a:buFont typeface="Monotype Sorts" pitchFamily="2" charset="2"/>
              <a:buAutoNum type="arabicPeriod"/>
            </a:pPr>
            <a:endParaRPr lang="en-US" altLang="th-TH" dirty="0"/>
          </a:p>
          <a:p>
            <a:pPr marL="457200" indent="-457200">
              <a:buFont typeface="Monotype Sorts" pitchFamily="2" charset="2"/>
              <a:buAutoNum type="arabicPeriod"/>
            </a:pPr>
            <a:r>
              <a:rPr lang="en-US" altLang="th-TH" dirty="0"/>
              <a:t>Logarithmic algorithm based on formula:</a:t>
            </a:r>
          </a:p>
        </p:txBody>
      </p:sp>
      <p:sp>
        <p:nvSpPr>
          <p:cNvPr id="16" name="Footer Placeholder 4"/>
          <p:cNvSpPr>
            <a:spLocks noGrp="1"/>
          </p:cNvSpPr>
          <p:nvPr>
            <p:ph type="ftr" sz="quarter" idx="11"/>
          </p:nvPr>
        </p:nvSpPr>
        <p:spPr/>
        <p:txBody>
          <a:bodyPr/>
          <a:lstStyle/>
          <a:p>
            <a:r>
              <a:rPr lang="en-US" altLang="th-TH"/>
              <a:t>A. Levitin “Introduction to the Design &amp; Analysis of Algorithms,” 3rd ed., Ch. 2 ©2012 Pearson Education, Inc. Upper Saddle River, NJ. All Rights Reserved. </a:t>
            </a:r>
          </a:p>
        </p:txBody>
      </p:sp>
      <p:sp>
        <p:nvSpPr>
          <p:cNvPr id="17" name="Slide Number Placeholder 5"/>
          <p:cNvSpPr>
            <a:spLocks noGrp="1"/>
          </p:cNvSpPr>
          <p:nvPr>
            <p:ph type="sldNum" sz="quarter" idx="12"/>
          </p:nvPr>
        </p:nvSpPr>
        <p:spPr/>
        <p:txBody>
          <a:bodyPr/>
          <a:lstStyle/>
          <a:p>
            <a:fld id="{E9703544-0A13-492C-B840-1199079AA89A}" type="slidenum">
              <a:rPr lang="en-US" altLang="th-TH"/>
              <a:pPr/>
              <a:t>74</a:t>
            </a:fld>
            <a:endParaRPr lang="en-US" altLang="th-TH"/>
          </a:p>
        </p:txBody>
      </p:sp>
      <p:grpSp>
        <p:nvGrpSpPr>
          <p:cNvPr id="227332" name="Group 4"/>
          <p:cNvGrpSpPr>
            <a:grpSpLocks/>
          </p:cNvGrpSpPr>
          <p:nvPr/>
        </p:nvGrpSpPr>
        <p:grpSpPr bwMode="auto">
          <a:xfrm>
            <a:off x="1600200" y="4406468"/>
            <a:ext cx="4032250" cy="1143000"/>
            <a:chOff x="2064" y="2784"/>
            <a:chExt cx="2540" cy="720"/>
          </a:xfrm>
        </p:grpSpPr>
        <p:grpSp>
          <p:nvGrpSpPr>
            <p:cNvPr id="227333" name="Group 5"/>
            <p:cNvGrpSpPr>
              <a:grpSpLocks/>
            </p:cNvGrpSpPr>
            <p:nvPr/>
          </p:nvGrpSpPr>
          <p:grpSpPr bwMode="auto">
            <a:xfrm>
              <a:off x="2064" y="2880"/>
              <a:ext cx="1296" cy="624"/>
              <a:chOff x="2064" y="2880"/>
              <a:chExt cx="1296" cy="624"/>
            </a:xfrm>
          </p:grpSpPr>
          <p:sp>
            <p:nvSpPr>
              <p:cNvPr id="227334" name="Text Box 6"/>
              <p:cNvSpPr txBox="1">
                <a:spLocks noChangeArrowheads="1"/>
              </p:cNvSpPr>
              <p:nvPr/>
            </p:nvSpPr>
            <p:spPr bwMode="auto">
              <a:xfrm>
                <a:off x="2160" y="2880"/>
                <a:ext cx="1194"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th-TH" i="1"/>
                  <a:t>F</a:t>
                </a:r>
                <a:r>
                  <a:rPr kumimoji="1" lang="en-US" altLang="th-TH"/>
                  <a:t>(</a:t>
                </a:r>
                <a:r>
                  <a:rPr kumimoji="1" lang="en-US" altLang="th-TH" i="1"/>
                  <a:t>n</a:t>
                </a:r>
                <a:r>
                  <a:rPr kumimoji="1" lang="en-US" altLang="th-TH"/>
                  <a:t>-1)</a:t>
                </a:r>
                <a:r>
                  <a:rPr kumimoji="1" lang="en-US" altLang="th-TH" i="1"/>
                  <a:t>    F</a:t>
                </a:r>
                <a:r>
                  <a:rPr kumimoji="1" lang="en-US" altLang="th-TH"/>
                  <a:t>(</a:t>
                </a:r>
                <a:r>
                  <a:rPr kumimoji="1" lang="en-US" altLang="th-TH" i="1"/>
                  <a:t>n</a:t>
                </a:r>
                <a:r>
                  <a:rPr kumimoji="1" lang="en-US" altLang="th-TH"/>
                  <a:t>)</a:t>
                </a:r>
              </a:p>
              <a:p>
                <a:endParaRPr kumimoji="1" lang="en-US" altLang="th-TH"/>
              </a:p>
            </p:txBody>
          </p:sp>
          <p:sp>
            <p:nvSpPr>
              <p:cNvPr id="227335" name="Text Box 7"/>
              <p:cNvSpPr txBox="1">
                <a:spLocks noChangeArrowheads="1"/>
              </p:cNvSpPr>
              <p:nvPr/>
            </p:nvSpPr>
            <p:spPr bwMode="auto">
              <a:xfrm>
                <a:off x="2146" y="3216"/>
                <a:ext cx="83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th-TH" i="1"/>
                  <a:t>F</a:t>
                </a:r>
                <a:r>
                  <a:rPr kumimoji="1" lang="en-US" altLang="th-TH"/>
                  <a:t>(</a:t>
                </a:r>
                <a:r>
                  <a:rPr kumimoji="1" lang="en-US" altLang="th-TH" i="1"/>
                  <a:t>n</a:t>
                </a:r>
                <a:r>
                  <a:rPr kumimoji="1" lang="en-US" altLang="th-TH"/>
                  <a:t>)</a:t>
                </a:r>
                <a:r>
                  <a:rPr kumimoji="1" lang="en-US" altLang="th-TH" i="1"/>
                  <a:t>   F</a:t>
                </a:r>
                <a:r>
                  <a:rPr kumimoji="1" lang="en-US" altLang="th-TH"/>
                  <a:t>(</a:t>
                </a:r>
                <a:r>
                  <a:rPr kumimoji="1" lang="en-US" altLang="th-TH" i="1"/>
                  <a:t>n</a:t>
                </a:r>
                <a:r>
                  <a:rPr kumimoji="1" lang="en-US" altLang="th-TH"/>
                  <a:t>+1)</a:t>
                </a:r>
              </a:p>
            </p:txBody>
          </p:sp>
          <p:sp>
            <p:nvSpPr>
              <p:cNvPr id="227336" name="AutoShape 8"/>
              <p:cNvSpPr>
                <a:spLocks noChangeArrowheads="1"/>
              </p:cNvSpPr>
              <p:nvPr/>
            </p:nvSpPr>
            <p:spPr bwMode="auto">
              <a:xfrm>
                <a:off x="2064" y="2880"/>
                <a:ext cx="1296" cy="624"/>
              </a:xfrm>
              <a:prstGeom prst="bracketPair">
                <a:avLst>
                  <a:gd name="adj" fmla="val 16667"/>
                </a:avLst>
              </a:prstGeom>
              <a:noFill/>
              <a:ln w="127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grpSp>
          <p:nvGrpSpPr>
            <p:cNvPr id="227337" name="Group 9"/>
            <p:cNvGrpSpPr>
              <a:grpSpLocks/>
            </p:cNvGrpSpPr>
            <p:nvPr/>
          </p:nvGrpSpPr>
          <p:grpSpPr bwMode="auto">
            <a:xfrm>
              <a:off x="3648" y="2881"/>
              <a:ext cx="768" cy="576"/>
              <a:chOff x="2064" y="2880"/>
              <a:chExt cx="1296" cy="624"/>
            </a:xfrm>
          </p:grpSpPr>
          <p:sp>
            <p:nvSpPr>
              <p:cNvPr id="227338" name="Text Box 10"/>
              <p:cNvSpPr txBox="1">
                <a:spLocks noChangeArrowheads="1"/>
              </p:cNvSpPr>
              <p:nvPr/>
            </p:nvSpPr>
            <p:spPr bwMode="auto">
              <a:xfrm>
                <a:off x="2160" y="2880"/>
                <a:ext cx="1193"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th-TH"/>
                  <a:t>0   1</a:t>
                </a:r>
              </a:p>
            </p:txBody>
          </p:sp>
          <p:sp>
            <p:nvSpPr>
              <p:cNvPr id="227339" name="Text Box 11"/>
              <p:cNvSpPr txBox="1">
                <a:spLocks noChangeArrowheads="1"/>
              </p:cNvSpPr>
              <p:nvPr/>
            </p:nvSpPr>
            <p:spPr bwMode="auto">
              <a:xfrm>
                <a:off x="2319" y="3216"/>
                <a:ext cx="670"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th-TH"/>
                  <a:t>1    1</a:t>
                </a:r>
              </a:p>
            </p:txBody>
          </p:sp>
          <p:sp>
            <p:nvSpPr>
              <p:cNvPr id="227340" name="AutoShape 12"/>
              <p:cNvSpPr>
                <a:spLocks noChangeArrowheads="1"/>
              </p:cNvSpPr>
              <p:nvPr/>
            </p:nvSpPr>
            <p:spPr bwMode="auto">
              <a:xfrm>
                <a:off x="2064" y="2880"/>
                <a:ext cx="1296" cy="624"/>
              </a:xfrm>
              <a:prstGeom prst="bracketPair">
                <a:avLst>
                  <a:gd name="adj" fmla="val 16667"/>
                </a:avLst>
              </a:prstGeom>
              <a:noFill/>
              <a:ln w="12700">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h-TH"/>
              </a:p>
            </p:txBody>
          </p:sp>
        </p:grpSp>
        <p:sp>
          <p:nvSpPr>
            <p:cNvPr id="227341" name="Text Box 13"/>
            <p:cNvSpPr txBox="1">
              <a:spLocks noChangeArrowheads="1"/>
            </p:cNvSpPr>
            <p:nvPr/>
          </p:nvSpPr>
          <p:spPr bwMode="auto">
            <a:xfrm>
              <a:off x="3392" y="3002"/>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a:t>=</a:t>
              </a:r>
            </a:p>
          </p:txBody>
        </p:sp>
        <p:sp>
          <p:nvSpPr>
            <p:cNvPr id="227342" name="Text Box 14"/>
            <p:cNvSpPr txBox="1">
              <a:spLocks noChangeArrowheads="1"/>
            </p:cNvSpPr>
            <p:nvPr/>
          </p:nvSpPr>
          <p:spPr bwMode="auto">
            <a:xfrm>
              <a:off x="4411" y="2784"/>
              <a:ext cx="19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th-TH" i="1" dirty="0"/>
                <a:t>n</a:t>
              </a:r>
            </a:p>
          </p:txBody>
        </p:sp>
      </p:grpSp>
      <p:sp>
        <p:nvSpPr>
          <p:cNvPr id="227343" name="Text Box 15"/>
          <p:cNvSpPr txBox="1">
            <a:spLocks noChangeArrowheads="1"/>
          </p:cNvSpPr>
          <p:nvPr/>
        </p:nvSpPr>
        <p:spPr bwMode="auto">
          <a:xfrm>
            <a:off x="1066800" y="5778068"/>
            <a:ext cx="7239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th-TH" sz="2000" dirty="0"/>
              <a:t>for </a:t>
            </a:r>
            <a:r>
              <a:rPr lang="en-US" altLang="th-TH" sz="2000" i="1" dirty="0"/>
              <a:t>n</a:t>
            </a:r>
            <a:r>
              <a:rPr lang="en-US" altLang="th-TH" sz="2000" i="1" dirty="0">
                <a:cs typeface="Times New Roman" panose="02020603050405020304" pitchFamily="18" charset="0"/>
              </a:rPr>
              <a:t>≥</a:t>
            </a:r>
            <a:r>
              <a:rPr lang="en-US" altLang="th-TH" sz="2000" dirty="0">
                <a:cs typeface="Times New Roman" panose="02020603050405020304" pitchFamily="18" charset="0"/>
              </a:rPr>
              <a:t>1,</a:t>
            </a:r>
            <a:r>
              <a:rPr lang="en-US" altLang="th-TH" sz="2000" dirty="0"/>
              <a:t> assuming an efficient way of computing matrix powers.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a:xfrm>
            <a:off x="533400" y="228600"/>
            <a:ext cx="7588250" cy="685800"/>
          </a:xfrm>
        </p:spPr>
        <p:txBody>
          <a:bodyPr rtlCol="0">
            <a:normAutofit/>
          </a:bodyPr>
          <a:lstStyle/>
          <a:p>
            <a:pPr eaLnBrk="1" fontAlgn="auto" hangingPunct="1">
              <a:spcAft>
                <a:spcPts val="0"/>
              </a:spcAft>
              <a:defRPr/>
            </a:pPr>
            <a:r>
              <a:rPr lang="en-US" dirty="0"/>
              <a:t>Fibonacci numbers algorithm</a:t>
            </a:r>
          </a:p>
        </p:txBody>
      </p:sp>
      <p:sp>
        <p:nvSpPr>
          <p:cNvPr id="50179" name="Rectangle 3"/>
          <p:cNvSpPr>
            <a:spLocks noGrp="1" noChangeArrowheads="1"/>
          </p:cNvSpPr>
          <p:nvPr>
            <p:ph idx="1"/>
          </p:nvPr>
        </p:nvSpPr>
        <p:spPr>
          <a:xfrm>
            <a:off x="533400" y="1219200"/>
            <a:ext cx="7889875" cy="4367213"/>
          </a:xfrm>
        </p:spPr>
        <p:txBody>
          <a:bodyPr/>
          <a:lstStyle/>
          <a:p>
            <a:pPr eaLnBrk="1" hangingPunct="1">
              <a:buFont typeface="Monotype Sorts" pitchFamily="2" charset="2"/>
              <a:buNone/>
            </a:pPr>
            <a:r>
              <a:rPr lang="en-US" altLang="th-TH"/>
              <a:t>Algorithm F(n)</a:t>
            </a:r>
          </a:p>
          <a:p>
            <a:pPr eaLnBrk="1" hangingPunct="1">
              <a:buFont typeface="Monotype Sorts" pitchFamily="2" charset="2"/>
              <a:buNone/>
            </a:pPr>
            <a:r>
              <a:rPr lang="en-US" altLang="th-TH" sz="2400"/>
              <a:t> if n &lt;= 1 return n</a:t>
            </a:r>
          </a:p>
          <a:p>
            <a:pPr eaLnBrk="1" hangingPunct="1">
              <a:buFont typeface="Monotype Sorts" pitchFamily="2" charset="2"/>
              <a:buNone/>
            </a:pPr>
            <a:r>
              <a:rPr lang="en-US" altLang="th-TH" sz="2400"/>
              <a:t> else return f(n-1)  + f (n-2)</a:t>
            </a:r>
          </a:p>
          <a:p>
            <a:pPr eaLnBrk="1" hangingPunct="1">
              <a:buFont typeface="Monotype Sorts" pitchFamily="2" charset="2"/>
              <a:buNone/>
            </a:pPr>
            <a:endParaRPr lang="en-US" altLang="th-TH" sz="2400"/>
          </a:p>
          <a:p>
            <a:pPr eaLnBrk="1" hangingPunct="1">
              <a:buFont typeface="Monotype Sorts" pitchFamily="2" charset="2"/>
              <a:buNone/>
            </a:pPr>
            <a:r>
              <a:rPr lang="en-US" altLang="th-TH" sz="2400"/>
              <a:t>The numbers of additions need.</a:t>
            </a:r>
          </a:p>
          <a:p>
            <a:pPr eaLnBrk="1" hangingPunct="1">
              <a:buFont typeface="Monotype Sorts" pitchFamily="2" charset="2"/>
              <a:buNone/>
            </a:pPr>
            <a:r>
              <a:rPr lang="en-US" altLang="th-TH" sz="2400"/>
              <a:t>	A(n)  =  A(n-1)  +  A(n-2)  + 1;	A(0) = 0,  A(1) = 0</a:t>
            </a:r>
          </a:p>
          <a:p>
            <a:pPr eaLnBrk="1" hangingPunct="1">
              <a:buFont typeface="Monotype Sorts" pitchFamily="2" charset="2"/>
              <a:buNone/>
            </a:pPr>
            <a:r>
              <a:rPr lang="en-US" altLang="th-TH" sz="2400"/>
              <a:t>Similar to Tower of Hanoi, the efficiency of algorithm is exponential, a</a:t>
            </a:r>
            <a:r>
              <a:rPr lang="en-US" altLang="th-TH" sz="2400" baseline="30000"/>
              <a:t>n</a:t>
            </a:r>
            <a:r>
              <a:rPr lang="en-US" altLang="th-TH" sz="2400"/>
              <a:t> </a:t>
            </a:r>
          </a:p>
        </p:txBody>
      </p:sp>
    </p:spTree>
    <p:extLst>
      <p:ext uri="{BB962C8B-B14F-4D97-AF65-F5344CB8AC3E}">
        <p14:creationId xmlns:p14="http://schemas.microsoft.com/office/powerpoint/2010/main" val="1610519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533400" y="228600"/>
            <a:ext cx="8420100" cy="685800"/>
          </a:xfrm>
        </p:spPr>
        <p:txBody>
          <a:bodyPr rtlCol="0">
            <a:normAutofit/>
          </a:bodyPr>
          <a:lstStyle/>
          <a:p>
            <a:pPr eaLnBrk="1" fontAlgn="auto" hangingPunct="1">
              <a:spcAft>
                <a:spcPts val="0"/>
              </a:spcAft>
              <a:defRPr/>
            </a:pPr>
            <a:r>
              <a:rPr lang="en-US" dirty="0"/>
              <a:t>Number of Calls for Fibonacci numbers</a:t>
            </a:r>
          </a:p>
        </p:txBody>
      </p:sp>
      <p:sp>
        <p:nvSpPr>
          <p:cNvPr id="3" name="Slide Number Placeholder 3"/>
          <p:cNvSpPr>
            <a:spLocks noGrp="1"/>
          </p:cNvSpPr>
          <p:nvPr>
            <p:ph type="sldNum" sz="quarter" idx="12"/>
          </p:nvPr>
        </p:nvSpPr>
        <p:spPr>
          <a:xfrm>
            <a:off x="457200" y="6356350"/>
            <a:ext cx="2133600" cy="365125"/>
          </a:xfrm>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l"/>
            <a:r>
              <a:rPr lang="en-US" altLang="th-TH" sz="1200">
                <a:solidFill>
                  <a:srgbClr val="898989"/>
                </a:solidFill>
              </a:rPr>
              <a:t>Slide 2- </a:t>
            </a:r>
            <a:fld id="{CB8156C6-8C46-41D5-B52B-7186A19E68AF}" type="slidenum">
              <a:rPr lang="en-US" altLang="th-TH" sz="1200">
                <a:solidFill>
                  <a:srgbClr val="898989"/>
                </a:solidFill>
              </a:rPr>
              <a:pPr algn="l"/>
              <a:t>76</a:t>
            </a:fld>
            <a:endParaRPr lang="en-CA" altLang="th-TH" sz="1200">
              <a:solidFill>
                <a:srgbClr val="898989"/>
              </a:solidFill>
            </a:endParaRPr>
          </a:p>
        </p:txBody>
      </p:sp>
      <p:pic>
        <p:nvPicPr>
          <p:cNvPr id="51203" name="Picture 2" descr="fig02_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828800"/>
            <a:ext cx="8191500" cy="327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6015852"/>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r>
              <a:rPr lang="en-US" altLang="th-TH"/>
              <a:t>Homework</a:t>
            </a:r>
          </a:p>
        </p:txBody>
      </p:sp>
      <p:sp>
        <p:nvSpPr>
          <p:cNvPr id="58371" name="Content Placeholder 2"/>
          <p:cNvSpPr>
            <a:spLocks noGrp="1"/>
          </p:cNvSpPr>
          <p:nvPr>
            <p:ph idx="1"/>
          </p:nvPr>
        </p:nvSpPr>
        <p:spPr/>
        <p:txBody>
          <a:bodyPr/>
          <a:lstStyle/>
          <a:p>
            <a:r>
              <a:rPr lang="en-US" altLang="th-TH" dirty="0"/>
              <a:t>Demonstrate the moves to solve the Tower of Hanoi problem for 5 dishes. The number of moves must be minimum.</a:t>
            </a:r>
          </a:p>
          <a:p>
            <a:r>
              <a:rPr lang="en-US" altLang="th-TH" dirty="0"/>
              <a:t>Exercises 2.4 on page 102</a:t>
            </a:r>
          </a:p>
          <a:p>
            <a:pPr lvl="1"/>
            <a:r>
              <a:rPr lang="en-US" altLang="th-TH" dirty="0"/>
              <a:t>Questions: 1, 4, 5 </a:t>
            </a:r>
          </a:p>
          <a:p>
            <a:r>
              <a:rPr lang="en-US" altLang="th-TH" dirty="0"/>
              <a:t>Exercises 2.5 on page 109</a:t>
            </a:r>
          </a:p>
          <a:p>
            <a:pPr lvl="1"/>
            <a:r>
              <a:rPr lang="en-US" altLang="th-TH" dirty="0"/>
              <a:t>Question:  3</a:t>
            </a:r>
          </a:p>
          <a:p>
            <a:endParaRPr lang="en-US" altLang="th-TH" dirty="0"/>
          </a:p>
        </p:txBody>
      </p:sp>
    </p:spTree>
    <p:extLst>
      <p:ext uri="{BB962C8B-B14F-4D97-AF65-F5344CB8AC3E}">
        <p14:creationId xmlns:p14="http://schemas.microsoft.com/office/powerpoint/2010/main" val="239164402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TextBox 22"/>
          <p:cNvSpPr txBox="1">
            <a:spLocks noChangeArrowheads="1"/>
          </p:cNvSpPr>
          <p:nvPr/>
        </p:nvSpPr>
        <p:spPr bwMode="auto">
          <a:xfrm>
            <a:off x="4037013" y="2286000"/>
            <a:ext cx="41910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US" altLang="th-TH" b="1" dirty="0"/>
              <a:t>Climbing Stairs: </a:t>
            </a:r>
            <a:r>
              <a:rPr lang="en-US" altLang="th-TH" dirty="0"/>
              <a:t>Find the number of different ways to climb an n-stair staircase if each step is either one or two stairs. (For example, a 3-stair staircase can be climbed three ways: 1-1-1, 1-2, and 2-1.)</a:t>
            </a:r>
          </a:p>
        </p:txBody>
      </p:sp>
      <p:grpSp>
        <p:nvGrpSpPr>
          <p:cNvPr id="2" name="Group 1"/>
          <p:cNvGrpSpPr/>
          <p:nvPr/>
        </p:nvGrpSpPr>
        <p:grpSpPr>
          <a:xfrm>
            <a:off x="1219200" y="2133600"/>
            <a:ext cx="2362200" cy="2135188"/>
            <a:chOff x="1219200" y="2133600"/>
            <a:chExt cx="2362200" cy="2135188"/>
          </a:xfrm>
        </p:grpSpPr>
        <p:grpSp>
          <p:nvGrpSpPr>
            <p:cNvPr id="59394" name="Group 9"/>
            <p:cNvGrpSpPr>
              <a:grpSpLocks/>
            </p:cNvGrpSpPr>
            <p:nvPr/>
          </p:nvGrpSpPr>
          <p:grpSpPr bwMode="auto">
            <a:xfrm>
              <a:off x="1219200" y="2133600"/>
              <a:ext cx="1676400" cy="1828800"/>
              <a:chOff x="1143000" y="990600"/>
              <a:chExt cx="1676400" cy="1828800"/>
            </a:xfrm>
          </p:grpSpPr>
          <p:cxnSp>
            <p:nvCxnSpPr>
              <p:cNvPr id="5" name="Elbow Connector 4"/>
              <p:cNvCxnSpPr/>
              <p:nvPr/>
            </p:nvCxnSpPr>
            <p:spPr>
              <a:xfrm>
                <a:off x="1143000" y="990600"/>
                <a:ext cx="685800" cy="4572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7" name="Elbow Connector 6"/>
              <p:cNvCxnSpPr/>
              <p:nvPr/>
            </p:nvCxnSpPr>
            <p:spPr>
              <a:xfrm>
                <a:off x="1447800" y="1447800"/>
                <a:ext cx="685800" cy="4572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8" name="Elbow Connector 7"/>
              <p:cNvCxnSpPr/>
              <p:nvPr/>
            </p:nvCxnSpPr>
            <p:spPr>
              <a:xfrm>
                <a:off x="1828800" y="1905000"/>
                <a:ext cx="685800" cy="4572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9" name="Elbow Connector 8"/>
              <p:cNvCxnSpPr/>
              <p:nvPr/>
            </p:nvCxnSpPr>
            <p:spPr>
              <a:xfrm>
                <a:off x="2133600" y="2362200"/>
                <a:ext cx="685800" cy="4572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p:grpSp>
          <p:nvGrpSpPr>
            <p:cNvPr id="59395" name="Group 25"/>
            <p:cNvGrpSpPr>
              <a:grpSpLocks/>
            </p:cNvGrpSpPr>
            <p:nvPr/>
          </p:nvGrpSpPr>
          <p:grpSpPr bwMode="auto">
            <a:xfrm>
              <a:off x="2819400" y="3124200"/>
              <a:ext cx="762000" cy="1144588"/>
              <a:chOff x="2743200" y="1981200"/>
              <a:chExt cx="762000" cy="1143794"/>
            </a:xfrm>
          </p:grpSpPr>
          <p:sp>
            <p:nvSpPr>
              <p:cNvPr id="11" name="Oval 10"/>
              <p:cNvSpPr/>
              <p:nvPr/>
            </p:nvSpPr>
            <p:spPr>
              <a:xfrm>
                <a:off x="3048000" y="1981200"/>
                <a:ext cx="304800" cy="30458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13" name="Straight Connector 12"/>
              <p:cNvCxnSpPr>
                <a:stCxn id="11" idx="4"/>
              </p:cNvCxnSpPr>
              <p:nvPr/>
            </p:nvCxnSpPr>
            <p:spPr>
              <a:xfrm rot="5400000">
                <a:off x="2781592" y="2704597"/>
                <a:ext cx="837619"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895600" y="2438083"/>
                <a:ext cx="609600" cy="1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0800000">
                <a:off x="2743200" y="2666524"/>
                <a:ext cx="457200" cy="1587"/>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5" name="Straight Arrow Connector 24"/>
            <p:cNvCxnSpPr/>
            <p:nvPr/>
          </p:nvCxnSpPr>
          <p:spPr>
            <a:xfrm rot="16200000" flipV="1">
              <a:off x="2209800" y="2286000"/>
              <a:ext cx="577850" cy="5778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16" name="Title 1"/>
          <p:cNvSpPr>
            <a:spLocks noGrp="1"/>
          </p:cNvSpPr>
          <p:nvPr>
            <p:ph type="title"/>
          </p:nvPr>
        </p:nvSpPr>
        <p:spPr/>
        <p:txBody>
          <a:bodyPr/>
          <a:lstStyle/>
          <a:p>
            <a:r>
              <a:rPr lang="en-US" altLang="th-TH"/>
              <a:t>Homework</a:t>
            </a:r>
          </a:p>
        </p:txBody>
      </p:sp>
    </p:spTree>
    <p:extLst>
      <p:ext uri="{BB962C8B-B14F-4D97-AF65-F5344CB8AC3E}">
        <p14:creationId xmlns:p14="http://schemas.microsoft.com/office/powerpoint/2010/main" val="1550841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10878</TotalTime>
  <Words>6428</Words>
  <Application>Microsoft Office PowerPoint</Application>
  <PresentationFormat>On-screen Show (4:3)</PresentationFormat>
  <Paragraphs>667</Paragraphs>
  <Slides>78</Slides>
  <Notes>42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78</vt:i4>
      </vt:variant>
    </vt:vector>
  </HeadingPairs>
  <TitlesOfParts>
    <vt:vector size="88" baseType="lpstr">
      <vt:lpstr>Angsana New</vt:lpstr>
      <vt:lpstr>Arial</vt:lpstr>
      <vt:lpstr>Calibri</vt:lpstr>
      <vt:lpstr>Calibri Light</vt:lpstr>
      <vt:lpstr>Cordia New</vt:lpstr>
      <vt:lpstr>Lucida Grande</vt:lpstr>
      <vt:lpstr>Monotype Sorts</vt:lpstr>
      <vt:lpstr>Symbol</vt:lpstr>
      <vt:lpstr>Times New Roman</vt:lpstr>
      <vt:lpstr>Office Theme</vt:lpstr>
      <vt:lpstr>Analysis of Algorithms</vt:lpstr>
      <vt:lpstr>Analysis of algorithms</vt:lpstr>
      <vt:lpstr>Theoretical analysis of time efficiency</vt:lpstr>
      <vt:lpstr>Input size and basic operation examples</vt:lpstr>
      <vt:lpstr>Empirical analysis of time efficiency</vt:lpstr>
      <vt:lpstr>Best-case, average-case, worst-case</vt:lpstr>
      <vt:lpstr>Example: Sequential search</vt:lpstr>
      <vt:lpstr>Average Case of Sequential Search</vt:lpstr>
      <vt:lpstr>Puzzle</vt:lpstr>
      <vt:lpstr>Puzzle</vt:lpstr>
      <vt:lpstr>Types of formulas for basic operation’s count</vt:lpstr>
      <vt:lpstr>Order of growth </vt:lpstr>
      <vt:lpstr>Double Input Size </vt:lpstr>
      <vt:lpstr>Values of some important functions as n  </vt:lpstr>
      <vt:lpstr>Asymptotic order of growth</vt:lpstr>
      <vt:lpstr>Big-oh</vt:lpstr>
      <vt:lpstr>Big-omega</vt:lpstr>
      <vt:lpstr>Big-theta</vt:lpstr>
      <vt:lpstr>Properties of Logarithms</vt:lpstr>
      <vt:lpstr>Establishing order of growth using the definition</vt:lpstr>
      <vt:lpstr>Establishing order of growth using the definition</vt:lpstr>
      <vt:lpstr>Establishing order of growth using the definition</vt:lpstr>
      <vt:lpstr>PowerPoint Presentation</vt:lpstr>
      <vt:lpstr>Some properties of asymptotic order of growth</vt:lpstr>
      <vt:lpstr>O (   )  ?</vt:lpstr>
      <vt:lpstr>Establishing order of growth using limits</vt:lpstr>
      <vt:lpstr>L’Hôpital’s rule and Stirling’s formula</vt:lpstr>
      <vt:lpstr>Orders of growth of some important functions</vt:lpstr>
      <vt:lpstr>Basic asymptotic efficiency classes</vt:lpstr>
      <vt:lpstr>Time efficiency of nonrecursive algorithms</vt:lpstr>
      <vt:lpstr>Summation</vt:lpstr>
      <vt:lpstr>Useful summation formulas and rules</vt:lpstr>
      <vt:lpstr>Principle of Counting</vt:lpstr>
      <vt:lpstr>PowerPoint Presentation</vt:lpstr>
      <vt:lpstr>Mathematical Induction</vt:lpstr>
      <vt:lpstr>PowerPoint Presentation</vt:lpstr>
      <vt:lpstr>PowerPoint Presentation</vt:lpstr>
      <vt:lpstr>PowerPoint Presentation</vt:lpstr>
      <vt:lpstr>PowerPoint Presentation</vt:lpstr>
      <vt:lpstr>PowerPoint Presentation</vt:lpstr>
      <vt:lpstr>Homework Assignment </vt:lpstr>
      <vt:lpstr>Example 1: Maximum element</vt:lpstr>
      <vt:lpstr>Example 2: Element uniqueness problem</vt:lpstr>
      <vt:lpstr>PowerPoint Presentation</vt:lpstr>
      <vt:lpstr>PowerPoint Presentation</vt:lpstr>
      <vt:lpstr>PowerPoint Presentation</vt:lpstr>
      <vt:lpstr>PowerPoint Presentation</vt:lpstr>
      <vt:lpstr>PowerPoint Presentation</vt:lpstr>
      <vt:lpstr>Example 3: Matrix multiplication</vt:lpstr>
      <vt:lpstr>Example 4:  Gaussian elimination</vt:lpstr>
      <vt:lpstr>Example 5: Counting binary digits  </vt:lpstr>
      <vt:lpstr>Plan for Analysis of Recursive Algorithms</vt:lpstr>
      <vt:lpstr>Example 1: Recursive evaluation of n!</vt:lpstr>
      <vt:lpstr>Solving the recurrence for M(n)</vt:lpstr>
      <vt:lpstr>Example 2: The Tower of Hanoi Puzzle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Solving recurrence for number of moves</vt:lpstr>
      <vt:lpstr>Tree of calls for the Tower of Hanoi Puzzle</vt:lpstr>
      <vt:lpstr>move( ) method of Tower of Hanoi?</vt:lpstr>
      <vt:lpstr>Example 3: Counting #bits</vt:lpstr>
      <vt:lpstr>PowerPoint Presentation</vt:lpstr>
      <vt:lpstr>PowerPoint Presentation</vt:lpstr>
      <vt:lpstr>Fibonacci numbers</vt:lpstr>
      <vt:lpstr>Solving   aX(n) + bX(n-1) + cX(n-2) = 0</vt:lpstr>
      <vt:lpstr>Application to the Fibonacci numbers</vt:lpstr>
      <vt:lpstr>Computing Fibonacci numbers</vt:lpstr>
      <vt:lpstr>Fibonacci numbers algorithm</vt:lpstr>
      <vt:lpstr>Number of Calls for Fibonacci numbers</vt:lpstr>
      <vt:lpstr>Homework</vt:lpstr>
      <vt:lpstr>Homework</vt:lpstr>
    </vt:vector>
  </TitlesOfParts>
  <Company>Villanova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Fundamentals of the Analysis of Algorithm Efficiency</dc:title>
  <dc:creator>Anany Levitin</dc:creator>
  <cp:lastModifiedBy>NARONGRIT WARAPORN</cp:lastModifiedBy>
  <cp:revision>165</cp:revision>
  <dcterms:created xsi:type="dcterms:W3CDTF">1999-08-23T17:38:43Z</dcterms:created>
  <dcterms:modified xsi:type="dcterms:W3CDTF">2024-01-28T05:47:39Z</dcterms:modified>
</cp:coreProperties>
</file>